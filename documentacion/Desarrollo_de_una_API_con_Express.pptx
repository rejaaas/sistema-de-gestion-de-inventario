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97" r:id="rId3"/>
    <p:sldId id="323" r:id="rId4"/>
    <p:sldId id="325" r:id="rId5"/>
    <p:sldId id="313" r:id="rId6"/>
    <p:sldId id="326" r:id="rId7"/>
    <p:sldId id="327" r:id="rId8"/>
    <p:sldId id="328" r:id="rId9"/>
    <p:sldId id="329" r:id="rId10"/>
    <p:sldId id="331" r:id="rId11"/>
    <p:sldId id="330" r:id="rId12"/>
    <p:sldId id="332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05698A-C481-79E9-A90C-D526A9B13093}" v="422" dt="2021-11-17T08:40:19.861"/>
    <p1510:client id="{51BAB975-3167-FA90-885D-64819712318D}" v="1738" dt="2021-09-14T19:45:03.764"/>
    <p1510:client id="{B083C747-6A2B-4B12-831D-2C5A8F738AAD}" v="112" dt="2021-09-06T12:10:45.817"/>
    <p1510:client id="{C11868D2-97C4-901B-8E76-0FF056609293}" v="5" dt="2021-11-19T18:07:27.3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488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4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1E513F98-AD0D-43B9-BEBA-166815E3109E}" type="datetimeFigureOut">
              <a:rPr lang="ca-ES" smtClean="0"/>
              <a:t>27/11/23</a:t>
            </a:fld>
            <a:endParaRPr lang="ca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ca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95F372B2-8FB7-4029-BBE2-623947C657E3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8276225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13F98-AD0D-43B9-BEBA-166815E3109E}" type="datetimeFigureOut">
              <a:rPr lang="ca-ES" smtClean="0"/>
              <a:t>27/11/23</a:t>
            </a:fld>
            <a:endParaRPr lang="ca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372B2-8FB7-4029-BBE2-623947C657E3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080666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13F98-AD0D-43B9-BEBA-166815E3109E}" type="datetimeFigureOut">
              <a:rPr lang="ca-ES" smtClean="0"/>
              <a:t>27/11/23</a:t>
            </a:fld>
            <a:endParaRPr lang="ca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372B2-8FB7-4029-BBE2-623947C657E3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2750061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13F98-AD0D-43B9-BEBA-166815E3109E}" type="datetimeFigureOut">
              <a:rPr lang="ca-ES" smtClean="0"/>
              <a:t>27/11/23</a:t>
            </a:fld>
            <a:endParaRPr lang="ca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372B2-8FB7-4029-BBE2-623947C657E3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2814176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13F98-AD0D-43B9-BEBA-166815E3109E}" type="datetimeFigureOut">
              <a:rPr lang="ca-ES" smtClean="0"/>
              <a:t>27/11/23</a:t>
            </a:fld>
            <a:endParaRPr lang="ca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372B2-8FB7-4029-BBE2-623947C657E3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4134003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13F98-AD0D-43B9-BEBA-166815E3109E}" type="datetimeFigureOut">
              <a:rPr lang="ca-ES" smtClean="0"/>
              <a:t>27/11/23</a:t>
            </a:fld>
            <a:endParaRPr lang="ca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372B2-8FB7-4029-BBE2-623947C657E3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3593285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13F98-AD0D-43B9-BEBA-166815E3109E}" type="datetimeFigureOut">
              <a:rPr lang="ca-ES" smtClean="0"/>
              <a:t>27/11/23</a:t>
            </a:fld>
            <a:endParaRPr lang="ca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372B2-8FB7-4029-BBE2-623947C657E3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249481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13F98-AD0D-43B9-BEBA-166815E3109E}" type="datetimeFigureOut">
              <a:rPr lang="ca-ES" smtClean="0"/>
              <a:t>27/11/23</a:t>
            </a:fld>
            <a:endParaRPr lang="ca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372B2-8FB7-4029-BBE2-623947C657E3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3739263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13F98-AD0D-43B9-BEBA-166815E3109E}" type="datetimeFigureOut">
              <a:rPr lang="ca-ES" smtClean="0"/>
              <a:t>27/11/23</a:t>
            </a:fld>
            <a:endParaRPr lang="ca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372B2-8FB7-4029-BBE2-623947C657E3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972039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13F98-AD0D-43B9-BEBA-166815E3109E}" type="datetimeFigureOut">
              <a:rPr lang="ca-ES" smtClean="0"/>
              <a:t>27/11/23</a:t>
            </a:fld>
            <a:endParaRPr lang="ca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372B2-8FB7-4029-BBE2-623947C657E3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243113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13F98-AD0D-43B9-BEBA-166815E3109E}" type="datetimeFigureOut">
              <a:rPr lang="ca-ES" smtClean="0"/>
              <a:t>27/11/23</a:t>
            </a:fld>
            <a:endParaRPr lang="ca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372B2-8FB7-4029-BBE2-623947C657E3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23528749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13F98-AD0D-43B9-BEBA-166815E3109E}" type="datetimeFigureOut">
              <a:rPr lang="ca-ES" smtClean="0"/>
              <a:t>27/11/23</a:t>
            </a:fld>
            <a:endParaRPr lang="ca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372B2-8FB7-4029-BBE2-623947C657E3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25551910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13F98-AD0D-43B9-BEBA-166815E3109E}" type="datetimeFigureOut">
              <a:rPr lang="ca-ES" smtClean="0"/>
              <a:t>27/11/23</a:t>
            </a:fld>
            <a:endParaRPr lang="ca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372B2-8FB7-4029-BBE2-623947C657E3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32407762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13F98-AD0D-43B9-BEBA-166815E3109E}" type="datetimeFigureOut">
              <a:rPr lang="ca-ES" smtClean="0"/>
              <a:t>27/11/23</a:t>
            </a:fld>
            <a:endParaRPr lang="ca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372B2-8FB7-4029-BBE2-623947C657E3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28105760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13F98-AD0D-43B9-BEBA-166815E3109E}" type="datetimeFigureOut">
              <a:rPr lang="ca-ES" smtClean="0"/>
              <a:t>27/11/23</a:t>
            </a:fld>
            <a:endParaRPr lang="ca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372B2-8FB7-4029-BBE2-623947C657E3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9403141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13F98-AD0D-43B9-BEBA-166815E3109E}" type="datetimeFigureOut">
              <a:rPr lang="ca-ES" smtClean="0"/>
              <a:t>27/11/23</a:t>
            </a:fld>
            <a:endParaRPr lang="ca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372B2-8FB7-4029-BBE2-623947C657E3}" type="slidenum">
              <a:rPr lang="ca-ES" smtClean="0"/>
              <a:t>‹Nº›</a:t>
            </a:fld>
            <a:endParaRPr lang="ca-E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25099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13F98-AD0D-43B9-BEBA-166815E3109E}" type="datetimeFigureOut">
              <a:rPr lang="ca-ES" smtClean="0"/>
              <a:t>27/11/23</a:t>
            </a:fld>
            <a:endParaRPr lang="ca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372B2-8FB7-4029-BBE2-623947C657E3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229850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E513F98-AD0D-43B9-BEBA-166815E3109E}" type="datetimeFigureOut">
              <a:rPr lang="ca-ES" smtClean="0"/>
              <a:t>27/11/23</a:t>
            </a:fld>
            <a:endParaRPr lang="ca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ca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5F372B2-8FB7-4029-BBE2-623947C657E3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1183216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expressjs.com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nodejs.org/en/download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nodejs.org/en/download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E7BD64-C268-4BE6-8D67-F5DD171F0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D6C6E9A-567D-4054-B920-2E1BAF6D24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" y="0"/>
            <a:ext cx="9676190" cy="5442857"/>
          </a:xfrm>
          <a:custGeom>
            <a:avLst/>
            <a:gdLst>
              <a:gd name="connsiteX0" fmla="*/ 0 w 9676190"/>
              <a:gd name="connsiteY0" fmla="*/ 0 h 5442857"/>
              <a:gd name="connsiteX1" fmla="*/ 9676190 w 9676190"/>
              <a:gd name="connsiteY1" fmla="*/ 0 h 5442857"/>
              <a:gd name="connsiteX2" fmla="*/ 9676190 w 9676190"/>
              <a:gd name="connsiteY2" fmla="*/ 5442857 h 5442857"/>
              <a:gd name="connsiteX3" fmla="*/ 1890711 w 9676190"/>
              <a:gd name="connsiteY3" fmla="*/ 5442857 h 5442857"/>
              <a:gd name="connsiteX4" fmla="*/ 1883227 w 9676190"/>
              <a:gd name="connsiteY4" fmla="*/ 5203371 h 5442857"/>
              <a:gd name="connsiteX5" fmla="*/ 1872341 w 9676190"/>
              <a:gd name="connsiteY5" fmla="*/ 5170714 h 5442857"/>
              <a:gd name="connsiteX6" fmla="*/ 1828798 w 9676190"/>
              <a:gd name="connsiteY6" fmla="*/ 5116285 h 5442857"/>
              <a:gd name="connsiteX7" fmla="*/ 1796141 w 9676190"/>
              <a:gd name="connsiteY7" fmla="*/ 4953000 h 5442857"/>
              <a:gd name="connsiteX8" fmla="*/ 1817912 w 9676190"/>
              <a:gd name="connsiteY8" fmla="*/ 4909457 h 5442857"/>
              <a:gd name="connsiteX9" fmla="*/ 1741712 w 9676190"/>
              <a:gd name="connsiteY9" fmla="*/ 4789714 h 5442857"/>
              <a:gd name="connsiteX10" fmla="*/ 1730827 w 9676190"/>
              <a:gd name="connsiteY10" fmla="*/ 4757057 h 5442857"/>
              <a:gd name="connsiteX11" fmla="*/ 1687284 w 9676190"/>
              <a:gd name="connsiteY11" fmla="*/ 4702628 h 5442857"/>
              <a:gd name="connsiteX12" fmla="*/ 1632855 w 9676190"/>
              <a:gd name="connsiteY12" fmla="*/ 4593771 h 5442857"/>
              <a:gd name="connsiteX13" fmla="*/ 1600198 w 9676190"/>
              <a:gd name="connsiteY13" fmla="*/ 4572000 h 5442857"/>
              <a:gd name="connsiteX14" fmla="*/ 1578427 w 9676190"/>
              <a:gd name="connsiteY14" fmla="*/ 4550228 h 5442857"/>
              <a:gd name="connsiteX15" fmla="*/ 1556655 w 9676190"/>
              <a:gd name="connsiteY15" fmla="*/ 4517571 h 5442857"/>
              <a:gd name="connsiteX16" fmla="*/ 1523998 w 9676190"/>
              <a:gd name="connsiteY16" fmla="*/ 4506685 h 5442857"/>
              <a:gd name="connsiteX17" fmla="*/ 1491341 w 9676190"/>
              <a:gd name="connsiteY17" fmla="*/ 4484914 h 5442857"/>
              <a:gd name="connsiteX18" fmla="*/ 1415141 w 9676190"/>
              <a:gd name="connsiteY18" fmla="*/ 4463143 h 5442857"/>
              <a:gd name="connsiteX19" fmla="*/ 1349827 w 9676190"/>
              <a:gd name="connsiteY19" fmla="*/ 4397828 h 5442857"/>
              <a:gd name="connsiteX20" fmla="*/ 1328055 w 9676190"/>
              <a:gd name="connsiteY20" fmla="*/ 4376057 h 5442857"/>
              <a:gd name="connsiteX21" fmla="*/ 1295398 w 9676190"/>
              <a:gd name="connsiteY21" fmla="*/ 4354285 h 5442857"/>
              <a:gd name="connsiteX22" fmla="*/ 1262741 w 9676190"/>
              <a:gd name="connsiteY22" fmla="*/ 4321628 h 5442857"/>
              <a:gd name="connsiteX23" fmla="*/ 1197427 w 9676190"/>
              <a:gd name="connsiteY23" fmla="*/ 4299857 h 5442857"/>
              <a:gd name="connsiteX24" fmla="*/ 1153884 w 9676190"/>
              <a:gd name="connsiteY24" fmla="*/ 4288971 h 5442857"/>
              <a:gd name="connsiteX25" fmla="*/ 1088570 w 9676190"/>
              <a:gd name="connsiteY25" fmla="*/ 4267200 h 5442857"/>
              <a:gd name="connsiteX26" fmla="*/ 1023255 w 9676190"/>
              <a:gd name="connsiteY26" fmla="*/ 4223657 h 5442857"/>
              <a:gd name="connsiteX27" fmla="*/ 1001484 w 9676190"/>
              <a:gd name="connsiteY27" fmla="*/ 4201885 h 5442857"/>
              <a:gd name="connsiteX28" fmla="*/ 947055 w 9676190"/>
              <a:gd name="connsiteY28" fmla="*/ 4191000 h 5442857"/>
              <a:gd name="connsiteX29" fmla="*/ 903512 w 9676190"/>
              <a:gd name="connsiteY29" fmla="*/ 4180114 h 5442857"/>
              <a:gd name="connsiteX30" fmla="*/ 870855 w 9676190"/>
              <a:gd name="connsiteY30" fmla="*/ 4158343 h 5442857"/>
              <a:gd name="connsiteX31" fmla="*/ 805541 w 9676190"/>
              <a:gd name="connsiteY31" fmla="*/ 4136571 h 5442857"/>
              <a:gd name="connsiteX32" fmla="*/ 772884 w 9676190"/>
              <a:gd name="connsiteY32" fmla="*/ 4125685 h 5442857"/>
              <a:gd name="connsiteX33" fmla="*/ 707570 w 9676190"/>
              <a:gd name="connsiteY33" fmla="*/ 4103914 h 5442857"/>
              <a:gd name="connsiteX34" fmla="*/ 674912 w 9676190"/>
              <a:gd name="connsiteY34" fmla="*/ 4093028 h 5442857"/>
              <a:gd name="connsiteX35" fmla="*/ 631370 w 9676190"/>
              <a:gd name="connsiteY35" fmla="*/ 4082143 h 5442857"/>
              <a:gd name="connsiteX36" fmla="*/ 359227 w 9676190"/>
              <a:gd name="connsiteY36" fmla="*/ 4093028 h 5442857"/>
              <a:gd name="connsiteX37" fmla="*/ 293912 w 9676190"/>
              <a:gd name="connsiteY37" fmla="*/ 4136571 h 5442857"/>
              <a:gd name="connsiteX38" fmla="*/ 217712 w 9676190"/>
              <a:gd name="connsiteY38" fmla="*/ 4158343 h 5442857"/>
              <a:gd name="connsiteX39" fmla="*/ 185055 w 9676190"/>
              <a:gd name="connsiteY39" fmla="*/ 4180114 h 5442857"/>
              <a:gd name="connsiteX40" fmla="*/ 141512 w 9676190"/>
              <a:gd name="connsiteY40" fmla="*/ 4201885 h 5442857"/>
              <a:gd name="connsiteX41" fmla="*/ 119741 w 9676190"/>
              <a:gd name="connsiteY41" fmla="*/ 4223657 h 5442857"/>
              <a:gd name="connsiteX42" fmla="*/ 87084 w 9676190"/>
              <a:gd name="connsiteY42" fmla="*/ 4234543 h 5442857"/>
              <a:gd name="connsiteX43" fmla="*/ 10884 w 9676190"/>
              <a:gd name="connsiteY43" fmla="*/ 4278085 h 5442857"/>
              <a:gd name="connsiteX44" fmla="*/ 0 w 9676190"/>
              <a:gd name="connsiteY44" fmla="*/ 4287781 h 5442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9676190" h="5442857">
                <a:moveTo>
                  <a:pt x="0" y="0"/>
                </a:moveTo>
                <a:lnTo>
                  <a:pt x="9676190" y="0"/>
                </a:lnTo>
                <a:lnTo>
                  <a:pt x="9676190" y="5442857"/>
                </a:lnTo>
                <a:lnTo>
                  <a:pt x="1890711" y="5442857"/>
                </a:lnTo>
                <a:lnTo>
                  <a:pt x="1883227" y="5203371"/>
                </a:lnTo>
                <a:cubicBezTo>
                  <a:pt x="1882572" y="5191915"/>
                  <a:pt x="1877473" y="5180977"/>
                  <a:pt x="1872341" y="5170714"/>
                </a:cubicBezTo>
                <a:cubicBezTo>
                  <a:pt x="1858608" y="5143249"/>
                  <a:pt x="1849049" y="5136536"/>
                  <a:pt x="1828798" y="5116285"/>
                </a:cubicBezTo>
                <a:cubicBezTo>
                  <a:pt x="1791950" y="5005739"/>
                  <a:pt x="1816272" y="5093911"/>
                  <a:pt x="1796141" y="4953000"/>
                </a:cubicBezTo>
                <a:cubicBezTo>
                  <a:pt x="1793524" y="4934684"/>
                  <a:pt x="1814283" y="4916714"/>
                  <a:pt x="1817912" y="4909457"/>
                </a:cubicBezTo>
                <a:cubicBezTo>
                  <a:pt x="1792512" y="4869543"/>
                  <a:pt x="1756672" y="4834597"/>
                  <a:pt x="1741712" y="4789714"/>
                </a:cubicBezTo>
                <a:cubicBezTo>
                  <a:pt x="1738084" y="4778828"/>
                  <a:pt x="1735959" y="4767320"/>
                  <a:pt x="1730827" y="4757057"/>
                </a:cubicBezTo>
                <a:cubicBezTo>
                  <a:pt x="1717096" y="4729596"/>
                  <a:pt x="1707532" y="4722877"/>
                  <a:pt x="1687284" y="4702628"/>
                </a:cubicBezTo>
                <a:cubicBezTo>
                  <a:pt x="1677462" y="4663342"/>
                  <a:pt x="1671736" y="4619691"/>
                  <a:pt x="1632855" y="4593771"/>
                </a:cubicBezTo>
                <a:cubicBezTo>
                  <a:pt x="1621969" y="4586514"/>
                  <a:pt x="1610414" y="4580173"/>
                  <a:pt x="1600198" y="4572000"/>
                </a:cubicBezTo>
                <a:cubicBezTo>
                  <a:pt x="1592184" y="4565589"/>
                  <a:pt x="1584838" y="4558242"/>
                  <a:pt x="1578427" y="4550228"/>
                </a:cubicBezTo>
                <a:cubicBezTo>
                  <a:pt x="1570254" y="4540012"/>
                  <a:pt x="1566871" y="4525744"/>
                  <a:pt x="1556655" y="4517571"/>
                </a:cubicBezTo>
                <a:cubicBezTo>
                  <a:pt x="1547695" y="4510403"/>
                  <a:pt x="1534261" y="4511817"/>
                  <a:pt x="1523998" y="4506685"/>
                </a:cubicBezTo>
                <a:cubicBezTo>
                  <a:pt x="1512296" y="4500834"/>
                  <a:pt x="1503043" y="4490765"/>
                  <a:pt x="1491341" y="4484914"/>
                </a:cubicBezTo>
                <a:cubicBezTo>
                  <a:pt x="1475720" y="4477104"/>
                  <a:pt x="1429098" y="4466632"/>
                  <a:pt x="1415141" y="4463143"/>
                </a:cubicBezTo>
                <a:lnTo>
                  <a:pt x="1349827" y="4397828"/>
                </a:lnTo>
                <a:cubicBezTo>
                  <a:pt x="1342570" y="4390571"/>
                  <a:pt x="1336594" y="4381750"/>
                  <a:pt x="1328055" y="4376057"/>
                </a:cubicBezTo>
                <a:cubicBezTo>
                  <a:pt x="1317169" y="4368800"/>
                  <a:pt x="1305449" y="4362661"/>
                  <a:pt x="1295398" y="4354285"/>
                </a:cubicBezTo>
                <a:cubicBezTo>
                  <a:pt x="1283572" y="4344430"/>
                  <a:pt x="1276198" y="4329104"/>
                  <a:pt x="1262741" y="4321628"/>
                </a:cubicBezTo>
                <a:cubicBezTo>
                  <a:pt x="1242680" y="4310483"/>
                  <a:pt x="1219691" y="4305423"/>
                  <a:pt x="1197427" y="4299857"/>
                </a:cubicBezTo>
                <a:cubicBezTo>
                  <a:pt x="1182913" y="4296228"/>
                  <a:pt x="1168214" y="4293270"/>
                  <a:pt x="1153884" y="4288971"/>
                </a:cubicBezTo>
                <a:cubicBezTo>
                  <a:pt x="1131903" y="4282377"/>
                  <a:pt x="1088570" y="4267200"/>
                  <a:pt x="1088570" y="4267200"/>
                </a:cubicBezTo>
                <a:cubicBezTo>
                  <a:pt x="1066798" y="4252686"/>
                  <a:pt x="1041757" y="4242160"/>
                  <a:pt x="1023255" y="4223657"/>
                </a:cubicBezTo>
                <a:cubicBezTo>
                  <a:pt x="1015998" y="4216400"/>
                  <a:pt x="1010917" y="4205928"/>
                  <a:pt x="1001484" y="4201885"/>
                </a:cubicBezTo>
                <a:cubicBezTo>
                  <a:pt x="984478" y="4194597"/>
                  <a:pt x="965117" y="4195014"/>
                  <a:pt x="947055" y="4191000"/>
                </a:cubicBezTo>
                <a:cubicBezTo>
                  <a:pt x="932450" y="4187755"/>
                  <a:pt x="918026" y="4183743"/>
                  <a:pt x="903512" y="4180114"/>
                </a:cubicBezTo>
                <a:cubicBezTo>
                  <a:pt x="892626" y="4172857"/>
                  <a:pt x="882810" y="4163656"/>
                  <a:pt x="870855" y="4158343"/>
                </a:cubicBezTo>
                <a:cubicBezTo>
                  <a:pt x="849884" y="4149022"/>
                  <a:pt x="827312" y="4143828"/>
                  <a:pt x="805541" y="4136571"/>
                </a:cubicBezTo>
                <a:lnTo>
                  <a:pt x="772884" y="4125685"/>
                </a:lnTo>
                <a:lnTo>
                  <a:pt x="707570" y="4103914"/>
                </a:lnTo>
                <a:cubicBezTo>
                  <a:pt x="696684" y="4100285"/>
                  <a:pt x="686044" y="4095811"/>
                  <a:pt x="674912" y="4093028"/>
                </a:cubicBezTo>
                <a:lnTo>
                  <a:pt x="631370" y="4082143"/>
                </a:lnTo>
                <a:cubicBezTo>
                  <a:pt x="540656" y="4085771"/>
                  <a:pt x="448856" y="4078572"/>
                  <a:pt x="359227" y="4093028"/>
                </a:cubicBezTo>
                <a:cubicBezTo>
                  <a:pt x="333395" y="4097194"/>
                  <a:pt x="318735" y="4128296"/>
                  <a:pt x="293912" y="4136571"/>
                </a:cubicBezTo>
                <a:cubicBezTo>
                  <a:pt x="247062" y="4152188"/>
                  <a:pt x="272387" y="4144674"/>
                  <a:pt x="217712" y="4158343"/>
                </a:cubicBezTo>
                <a:cubicBezTo>
                  <a:pt x="206826" y="4165600"/>
                  <a:pt x="196414" y="4173623"/>
                  <a:pt x="185055" y="4180114"/>
                </a:cubicBezTo>
                <a:cubicBezTo>
                  <a:pt x="170966" y="4188165"/>
                  <a:pt x="155014" y="4192884"/>
                  <a:pt x="141512" y="4201885"/>
                </a:cubicBezTo>
                <a:cubicBezTo>
                  <a:pt x="132973" y="4207578"/>
                  <a:pt x="128542" y="4218376"/>
                  <a:pt x="119741" y="4223657"/>
                </a:cubicBezTo>
                <a:cubicBezTo>
                  <a:pt x="109902" y="4229561"/>
                  <a:pt x="97631" y="4230023"/>
                  <a:pt x="87084" y="4234543"/>
                </a:cubicBezTo>
                <a:cubicBezTo>
                  <a:pt x="63016" y="4244858"/>
                  <a:pt x="31908" y="4261266"/>
                  <a:pt x="10884" y="4278085"/>
                </a:cubicBezTo>
                <a:lnTo>
                  <a:pt x="0" y="4287781"/>
                </a:lnTo>
                <a:close/>
              </a:path>
            </a:pathLst>
          </a:cu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4164FB2-EFB1-4531-A8F4-DD77A03E2C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342" r="78777"/>
          <a:stretch/>
        </p:blipFill>
        <p:spPr>
          <a:xfrm>
            <a:off x="0" y="5352597"/>
            <a:ext cx="2053566" cy="1505403"/>
          </a:xfrm>
          <a:custGeom>
            <a:avLst/>
            <a:gdLst>
              <a:gd name="connsiteX0" fmla="*/ 1355645 w 2053566"/>
              <a:gd name="connsiteY0" fmla="*/ 0 h 1505403"/>
              <a:gd name="connsiteX1" fmla="*/ 2053566 w 2053566"/>
              <a:gd name="connsiteY1" fmla="*/ 0 h 1505403"/>
              <a:gd name="connsiteX2" fmla="*/ 2053566 w 2053566"/>
              <a:gd name="connsiteY2" fmla="*/ 500084 h 1505403"/>
              <a:gd name="connsiteX3" fmla="*/ 2046514 w 2053566"/>
              <a:gd name="connsiteY3" fmla="*/ 493032 h 1505403"/>
              <a:gd name="connsiteX4" fmla="*/ 2002971 w 2053566"/>
              <a:gd name="connsiteY4" fmla="*/ 438603 h 1505403"/>
              <a:gd name="connsiteX5" fmla="*/ 1970314 w 2053566"/>
              <a:gd name="connsiteY5" fmla="*/ 416832 h 1505403"/>
              <a:gd name="connsiteX6" fmla="*/ 1926771 w 2053566"/>
              <a:gd name="connsiteY6" fmla="*/ 373289 h 1505403"/>
              <a:gd name="connsiteX7" fmla="*/ 1905000 w 2053566"/>
              <a:gd name="connsiteY7" fmla="*/ 351517 h 1505403"/>
              <a:gd name="connsiteX8" fmla="*/ 1839686 w 2053566"/>
              <a:gd name="connsiteY8" fmla="*/ 307974 h 1505403"/>
              <a:gd name="connsiteX9" fmla="*/ 1774371 w 2053566"/>
              <a:gd name="connsiteY9" fmla="*/ 286203 h 1505403"/>
              <a:gd name="connsiteX10" fmla="*/ 1741714 w 2053566"/>
              <a:gd name="connsiteY10" fmla="*/ 264432 h 1505403"/>
              <a:gd name="connsiteX11" fmla="*/ 1676400 w 2053566"/>
              <a:gd name="connsiteY11" fmla="*/ 242660 h 1505403"/>
              <a:gd name="connsiteX12" fmla="*/ 1643743 w 2053566"/>
              <a:gd name="connsiteY12" fmla="*/ 210003 h 1505403"/>
              <a:gd name="connsiteX13" fmla="*/ 1600200 w 2053566"/>
              <a:gd name="connsiteY13" fmla="*/ 199117 h 1505403"/>
              <a:gd name="connsiteX14" fmla="*/ 1578429 w 2053566"/>
              <a:gd name="connsiteY14" fmla="*/ 155574 h 1505403"/>
              <a:gd name="connsiteX15" fmla="*/ 1502229 w 2053566"/>
              <a:gd name="connsiteY15" fmla="*/ 90260 h 1505403"/>
              <a:gd name="connsiteX16" fmla="*/ 1436914 w 2053566"/>
              <a:gd name="connsiteY16" fmla="*/ 46717 h 1505403"/>
              <a:gd name="connsiteX17" fmla="*/ 1404257 w 2053566"/>
              <a:gd name="connsiteY17" fmla="*/ 24946 h 1505403"/>
              <a:gd name="connsiteX18" fmla="*/ 1360714 w 2053566"/>
              <a:gd name="connsiteY18" fmla="*/ 3174 h 1505403"/>
              <a:gd name="connsiteX19" fmla="*/ 0 w 2053566"/>
              <a:gd name="connsiteY19" fmla="*/ 0 h 1505403"/>
              <a:gd name="connsiteX20" fmla="*/ 614898 w 2053566"/>
              <a:gd name="connsiteY20" fmla="*/ 0 h 1505403"/>
              <a:gd name="connsiteX21" fmla="*/ 620486 w 2053566"/>
              <a:gd name="connsiteY21" fmla="*/ 35832 h 1505403"/>
              <a:gd name="connsiteX22" fmla="*/ 685800 w 2053566"/>
              <a:gd name="connsiteY22" fmla="*/ 101146 h 1505403"/>
              <a:gd name="connsiteX23" fmla="*/ 718457 w 2053566"/>
              <a:gd name="connsiteY23" fmla="*/ 122917 h 1505403"/>
              <a:gd name="connsiteX24" fmla="*/ 762000 w 2053566"/>
              <a:gd name="connsiteY24" fmla="*/ 133803 h 1505403"/>
              <a:gd name="connsiteX25" fmla="*/ 794657 w 2053566"/>
              <a:gd name="connsiteY25" fmla="*/ 144689 h 1505403"/>
              <a:gd name="connsiteX26" fmla="*/ 838200 w 2053566"/>
              <a:gd name="connsiteY26" fmla="*/ 155574 h 1505403"/>
              <a:gd name="connsiteX27" fmla="*/ 903514 w 2053566"/>
              <a:gd name="connsiteY27" fmla="*/ 177346 h 1505403"/>
              <a:gd name="connsiteX28" fmla="*/ 968829 w 2053566"/>
              <a:gd name="connsiteY28" fmla="*/ 210003 h 1505403"/>
              <a:gd name="connsiteX29" fmla="*/ 1012371 w 2053566"/>
              <a:gd name="connsiteY29" fmla="*/ 242660 h 1505403"/>
              <a:gd name="connsiteX30" fmla="*/ 1045029 w 2053566"/>
              <a:gd name="connsiteY30" fmla="*/ 253546 h 1505403"/>
              <a:gd name="connsiteX31" fmla="*/ 1077686 w 2053566"/>
              <a:gd name="connsiteY31" fmla="*/ 286203 h 1505403"/>
              <a:gd name="connsiteX32" fmla="*/ 1110343 w 2053566"/>
              <a:gd name="connsiteY32" fmla="*/ 297089 h 1505403"/>
              <a:gd name="connsiteX33" fmla="*/ 1175657 w 2053566"/>
              <a:gd name="connsiteY33" fmla="*/ 340632 h 1505403"/>
              <a:gd name="connsiteX34" fmla="*/ 1208314 w 2053566"/>
              <a:gd name="connsiteY34" fmla="*/ 362403 h 1505403"/>
              <a:gd name="connsiteX35" fmla="*/ 1284514 w 2053566"/>
              <a:gd name="connsiteY35" fmla="*/ 384174 h 1505403"/>
              <a:gd name="connsiteX36" fmla="*/ 1317171 w 2053566"/>
              <a:gd name="connsiteY36" fmla="*/ 405946 h 1505403"/>
              <a:gd name="connsiteX37" fmla="*/ 1382486 w 2053566"/>
              <a:gd name="connsiteY37" fmla="*/ 427717 h 1505403"/>
              <a:gd name="connsiteX38" fmla="*/ 1436914 w 2053566"/>
              <a:gd name="connsiteY38" fmla="*/ 471260 h 1505403"/>
              <a:gd name="connsiteX39" fmla="*/ 1458686 w 2053566"/>
              <a:gd name="connsiteY39" fmla="*/ 493032 h 1505403"/>
              <a:gd name="connsiteX40" fmla="*/ 1524000 w 2053566"/>
              <a:gd name="connsiteY40" fmla="*/ 514803 h 1505403"/>
              <a:gd name="connsiteX41" fmla="*/ 1578429 w 2053566"/>
              <a:gd name="connsiteY41" fmla="*/ 569232 h 1505403"/>
              <a:gd name="connsiteX42" fmla="*/ 1611086 w 2053566"/>
              <a:gd name="connsiteY42" fmla="*/ 601889 h 1505403"/>
              <a:gd name="connsiteX43" fmla="*/ 1687286 w 2053566"/>
              <a:gd name="connsiteY43" fmla="*/ 667203 h 1505403"/>
              <a:gd name="connsiteX44" fmla="*/ 1763486 w 2053566"/>
              <a:gd name="connsiteY44" fmla="*/ 743403 h 1505403"/>
              <a:gd name="connsiteX45" fmla="*/ 1796143 w 2053566"/>
              <a:gd name="connsiteY45" fmla="*/ 776060 h 1505403"/>
              <a:gd name="connsiteX46" fmla="*/ 1817914 w 2053566"/>
              <a:gd name="connsiteY46" fmla="*/ 797832 h 1505403"/>
              <a:gd name="connsiteX47" fmla="*/ 1883229 w 2053566"/>
              <a:gd name="connsiteY47" fmla="*/ 841374 h 1505403"/>
              <a:gd name="connsiteX48" fmla="*/ 1915886 w 2053566"/>
              <a:gd name="connsiteY48" fmla="*/ 863146 h 1505403"/>
              <a:gd name="connsiteX49" fmla="*/ 1948543 w 2053566"/>
              <a:gd name="connsiteY49" fmla="*/ 895803 h 1505403"/>
              <a:gd name="connsiteX50" fmla="*/ 1992086 w 2053566"/>
              <a:gd name="connsiteY50" fmla="*/ 906689 h 1505403"/>
              <a:gd name="connsiteX51" fmla="*/ 2024743 w 2053566"/>
              <a:gd name="connsiteY51" fmla="*/ 917574 h 1505403"/>
              <a:gd name="connsiteX52" fmla="*/ 2053566 w 2053566"/>
              <a:gd name="connsiteY52" fmla="*/ 925251 h 1505403"/>
              <a:gd name="connsiteX53" fmla="*/ 2053566 w 2053566"/>
              <a:gd name="connsiteY53" fmla="*/ 1505403 h 1505403"/>
              <a:gd name="connsiteX54" fmla="*/ 0 w 2053566"/>
              <a:gd name="connsiteY54" fmla="*/ 1505403 h 1505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2053566" h="1505403">
                <a:moveTo>
                  <a:pt x="1355645" y="0"/>
                </a:moveTo>
                <a:lnTo>
                  <a:pt x="2053566" y="0"/>
                </a:lnTo>
                <a:lnTo>
                  <a:pt x="2053566" y="500084"/>
                </a:lnTo>
                <a:lnTo>
                  <a:pt x="2046514" y="493032"/>
                </a:lnTo>
                <a:cubicBezTo>
                  <a:pt x="2021363" y="461593"/>
                  <a:pt x="2032180" y="461970"/>
                  <a:pt x="2002971" y="438603"/>
                </a:cubicBezTo>
                <a:cubicBezTo>
                  <a:pt x="1992755" y="430430"/>
                  <a:pt x="1980247" y="425346"/>
                  <a:pt x="1970314" y="416832"/>
                </a:cubicBezTo>
                <a:cubicBezTo>
                  <a:pt x="1954729" y="403474"/>
                  <a:pt x="1941285" y="387803"/>
                  <a:pt x="1926771" y="373289"/>
                </a:cubicBezTo>
                <a:cubicBezTo>
                  <a:pt x="1919514" y="366032"/>
                  <a:pt x="1913539" y="357210"/>
                  <a:pt x="1905000" y="351517"/>
                </a:cubicBezTo>
                <a:cubicBezTo>
                  <a:pt x="1883229" y="337003"/>
                  <a:pt x="1864509" y="316248"/>
                  <a:pt x="1839686" y="307974"/>
                </a:cubicBezTo>
                <a:cubicBezTo>
                  <a:pt x="1817914" y="300717"/>
                  <a:pt x="1793466" y="298933"/>
                  <a:pt x="1774371" y="286203"/>
                </a:cubicBezTo>
                <a:cubicBezTo>
                  <a:pt x="1763485" y="278946"/>
                  <a:pt x="1753669" y="269745"/>
                  <a:pt x="1741714" y="264432"/>
                </a:cubicBezTo>
                <a:cubicBezTo>
                  <a:pt x="1720743" y="255111"/>
                  <a:pt x="1676400" y="242660"/>
                  <a:pt x="1676400" y="242660"/>
                </a:cubicBezTo>
                <a:cubicBezTo>
                  <a:pt x="1665514" y="231774"/>
                  <a:pt x="1657109" y="217641"/>
                  <a:pt x="1643743" y="210003"/>
                </a:cubicBezTo>
                <a:cubicBezTo>
                  <a:pt x="1630753" y="202580"/>
                  <a:pt x="1614393" y="203848"/>
                  <a:pt x="1600200" y="199117"/>
                </a:cubicBezTo>
                <a:cubicBezTo>
                  <a:pt x="1592503" y="196551"/>
                  <a:pt x="1582058" y="162831"/>
                  <a:pt x="1578429" y="155574"/>
                </a:cubicBezTo>
                <a:cubicBezTo>
                  <a:pt x="1553029" y="133803"/>
                  <a:pt x="1528745" y="110657"/>
                  <a:pt x="1502229" y="90260"/>
                </a:cubicBezTo>
                <a:cubicBezTo>
                  <a:pt x="1481489" y="74306"/>
                  <a:pt x="1458686" y="61231"/>
                  <a:pt x="1436914" y="46717"/>
                </a:cubicBezTo>
                <a:cubicBezTo>
                  <a:pt x="1426028" y="39460"/>
                  <a:pt x="1415959" y="30797"/>
                  <a:pt x="1404257" y="24946"/>
                </a:cubicBezTo>
                <a:cubicBezTo>
                  <a:pt x="1389743" y="17689"/>
                  <a:pt x="1374803" y="11225"/>
                  <a:pt x="1360714" y="3174"/>
                </a:cubicBezTo>
                <a:close/>
                <a:moveTo>
                  <a:pt x="0" y="0"/>
                </a:moveTo>
                <a:lnTo>
                  <a:pt x="614898" y="0"/>
                </a:lnTo>
                <a:lnTo>
                  <a:pt x="620486" y="35832"/>
                </a:lnTo>
                <a:cubicBezTo>
                  <a:pt x="631645" y="64528"/>
                  <a:pt x="660182" y="84067"/>
                  <a:pt x="685800" y="101146"/>
                </a:cubicBezTo>
                <a:cubicBezTo>
                  <a:pt x="696686" y="108403"/>
                  <a:pt x="706432" y="117763"/>
                  <a:pt x="718457" y="122917"/>
                </a:cubicBezTo>
                <a:cubicBezTo>
                  <a:pt x="732208" y="128810"/>
                  <a:pt x="747615" y="129693"/>
                  <a:pt x="762000" y="133803"/>
                </a:cubicBezTo>
                <a:cubicBezTo>
                  <a:pt x="773033" y="136955"/>
                  <a:pt x="783624" y="141537"/>
                  <a:pt x="794657" y="144689"/>
                </a:cubicBezTo>
                <a:cubicBezTo>
                  <a:pt x="809042" y="148799"/>
                  <a:pt x="823870" y="151275"/>
                  <a:pt x="838200" y="155574"/>
                </a:cubicBezTo>
                <a:cubicBezTo>
                  <a:pt x="860181" y="162168"/>
                  <a:pt x="884419" y="164616"/>
                  <a:pt x="903514" y="177346"/>
                </a:cubicBezTo>
                <a:cubicBezTo>
                  <a:pt x="945719" y="205482"/>
                  <a:pt x="923759" y="194980"/>
                  <a:pt x="968829" y="210003"/>
                </a:cubicBezTo>
                <a:cubicBezTo>
                  <a:pt x="983343" y="220889"/>
                  <a:pt x="996619" y="233659"/>
                  <a:pt x="1012371" y="242660"/>
                </a:cubicBezTo>
                <a:cubicBezTo>
                  <a:pt x="1022334" y="248353"/>
                  <a:pt x="1035481" y="247181"/>
                  <a:pt x="1045029" y="253546"/>
                </a:cubicBezTo>
                <a:cubicBezTo>
                  <a:pt x="1057838" y="262085"/>
                  <a:pt x="1064877" y="277664"/>
                  <a:pt x="1077686" y="286203"/>
                </a:cubicBezTo>
                <a:cubicBezTo>
                  <a:pt x="1087233" y="292568"/>
                  <a:pt x="1100312" y="291516"/>
                  <a:pt x="1110343" y="297089"/>
                </a:cubicBezTo>
                <a:cubicBezTo>
                  <a:pt x="1133216" y="309796"/>
                  <a:pt x="1153886" y="326118"/>
                  <a:pt x="1175657" y="340632"/>
                </a:cubicBezTo>
                <a:cubicBezTo>
                  <a:pt x="1186543" y="347889"/>
                  <a:pt x="1195622" y="359230"/>
                  <a:pt x="1208314" y="362403"/>
                </a:cubicBezTo>
                <a:cubicBezTo>
                  <a:pt x="1262989" y="376072"/>
                  <a:pt x="1237664" y="368558"/>
                  <a:pt x="1284514" y="384174"/>
                </a:cubicBezTo>
                <a:cubicBezTo>
                  <a:pt x="1295400" y="391431"/>
                  <a:pt x="1305216" y="400632"/>
                  <a:pt x="1317171" y="405946"/>
                </a:cubicBezTo>
                <a:cubicBezTo>
                  <a:pt x="1338142" y="415267"/>
                  <a:pt x="1382486" y="427717"/>
                  <a:pt x="1382486" y="427717"/>
                </a:cubicBezTo>
                <a:cubicBezTo>
                  <a:pt x="1435049" y="480282"/>
                  <a:pt x="1368259" y="416336"/>
                  <a:pt x="1436914" y="471260"/>
                </a:cubicBezTo>
                <a:cubicBezTo>
                  <a:pt x="1444928" y="477671"/>
                  <a:pt x="1449506" y="488442"/>
                  <a:pt x="1458686" y="493032"/>
                </a:cubicBezTo>
                <a:cubicBezTo>
                  <a:pt x="1479212" y="503295"/>
                  <a:pt x="1524000" y="514803"/>
                  <a:pt x="1524000" y="514803"/>
                </a:cubicBezTo>
                <a:lnTo>
                  <a:pt x="1578429" y="569232"/>
                </a:lnTo>
                <a:cubicBezTo>
                  <a:pt x="1589315" y="580118"/>
                  <a:pt x="1598277" y="593350"/>
                  <a:pt x="1611086" y="601889"/>
                </a:cubicBezTo>
                <a:cubicBezTo>
                  <a:pt x="1660822" y="635046"/>
                  <a:pt x="1634492" y="614409"/>
                  <a:pt x="1687286" y="667203"/>
                </a:cubicBezTo>
                <a:lnTo>
                  <a:pt x="1763486" y="743403"/>
                </a:lnTo>
                <a:lnTo>
                  <a:pt x="1796143" y="776060"/>
                </a:lnTo>
                <a:cubicBezTo>
                  <a:pt x="1803400" y="783317"/>
                  <a:pt x="1809374" y="792139"/>
                  <a:pt x="1817914" y="797832"/>
                </a:cubicBezTo>
                <a:lnTo>
                  <a:pt x="1883229" y="841374"/>
                </a:lnTo>
                <a:cubicBezTo>
                  <a:pt x="1894115" y="848631"/>
                  <a:pt x="1906635" y="853895"/>
                  <a:pt x="1915886" y="863146"/>
                </a:cubicBezTo>
                <a:cubicBezTo>
                  <a:pt x="1926772" y="874032"/>
                  <a:pt x="1935177" y="888165"/>
                  <a:pt x="1948543" y="895803"/>
                </a:cubicBezTo>
                <a:cubicBezTo>
                  <a:pt x="1961533" y="903226"/>
                  <a:pt x="1977701" y="902579"/>
                  <a:pt x="1992086" y="906689"/>
                </a:cubicBezTo>
                <a:cubicBezTo>
                  <a:pt x="2003119" y="909841"/>
                  <a:pt x="2013673" y="914555"/>
                  <a:pt x="2024743" y="917574"/>
                </a:cubicBezTo>
                <a:lnTo>
                  <a:pt x="2053566" y="925251"/>
                </a:lnTo>
                <a:lnTo>
                  <a:pt x="2053566" y="1505403"/>
                </a:lnTo>
                <a:lnTo>
                  <a:pt x="0" y="1505403"/>
                </a:lnTo>
                <a:close/>
              </a:path>
            </a:pathLst>
          </a:cu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E6BC652-4BE1-478A-BFA7-47149E82F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623" r="26442" b="66400"/>
          <a:stretch/>
        </p:blipFill>
        <p:spPr>
          <a:xfrm rot="1800000" flipH="1">
            <a:off x="489857" y="4860000"/>
            <a:ext cx="1806209" cy="876778"/>
          </a:xfrm>
          <a:custGeom>
            <a:avLst/>
            <a:gdLst>
              <a:gd name="connsiteX0" fmla="*/ 527412 w 1806209"/>
              <a:gd name="connsiteY0" fmla="*/ 0 h 876778"/>
              <a:gd name="connsiteX1" fmla="*/ 0 w 1806209"/>
              <a:gd name="connsiteY1" fmla="*/ 0 h 876778"/>
              <a:gd name="connsiteX2" fmla="*/ 0 w 1806209"/>
              <a:gd name="connsiteY2" fmla="*/ 255471 h 876778"/>
              <a:gd name="connsiteX3" fmla="*/ 10065 w 1806209"/>
              <a:gd name="connsiteY3" fmla="*/ 245407 h 876778"/>
              <a:gd name="connsiteX4" fmla="*/ 20951 w 1806209"/>
              <a:gd name="connsiteY4" fmla="*/ 234521 h 876778"/>
              <a:gd name="connsiteX5" fmla="*/ 53608 w 1806209"/>
              <a:gd name="connsiteY5" fmla="*/ 223635 h 876778"/>
              <a:gd name="connsiteX6" fmla="*/ 118922 w 1806209"/>
              <a:gd name="connsiteY6" fmla="*/ 190978 h 876778"/>
              <a:gd name="connsiteX7" fmla="*/ 206008 w 1806209"/>
              <a:gd name="connsiteY7" fmla="*/ 147435 h 876778"/>
              <a:gd name="connsiteX8" fmla="*/ 238665 w 1806209"/>
              <a:gd name="connsiteY8" fmla="*/ 125664 h 876778"/>
              <a:gd name="connsiteX9" fmla="*/ 260436 w 1806209"/>
              <a:gd name="connsiteY9" fmla="*/ 103892 h 876778"/>
              <a:gd name="connsiteX10" fmla="*/ 303979 w 1806209"/>
              <a:gd name="connsiteY10" fmla="*/ 93007 h 876778"/>
              <a:gd name="connsiteX11" fmla="*/ 336636 w 1806209"/>
              <a:gd name="connsiteY11" fmla="*/ 82121 h 876778"/>
              <a:gd name="connsiteX12" fmla="*/ 358408 w 1806209"/>
              <a:gd name="connsiteY12" fmla="*/ 60350 h 876778"/>
              <a:gd name="connsiteX13" fmla="*/ 412836 w 1806209"/>
              <a:gd name="connsiteY13" fmla="*/ 49464 h 876778"/>
              <a:gd name="connsiteX14" fmla="*/ 478151 w 1806209"/>
              <a:gd name="connsiteY14" fmla="*/ 27692 h 876778"/>
              <a:gd name="connsiteX15" fmla="*/ 510808 w 1806209"/>
              <a:gd name="connsiteY15" fmla="*/ 16807 h 876778"/>
              <a:gd name="connsiteX16" fmla="*/ 1806209 w 1806209"/>
              <a:gd name="connsiteY16" fmla="*/ 0 h 876778"/>
              <a:gd name="connsiteX17" fmla="*/ 708134 w 1806209"/>
              <a:gd name="connsiteY17" fmla="*/ 0 h 876778"/>
              <a:gd name="connsiteX18" fmla="*/ 709028 w 1806209"/>
              <a:gd name="connsiteY18" fmla="*/ 1950 h 876778"/>
              <a:gd name="connsiteX19" fmla="*/ 641436 w 1806209"/>
              <a:gd name="connsiteY19" fmla="*/ 71235 h 876778"/>
              <a:gd name="connsiteX20" fmla="*/ 576122 w 1806209"/>
              <a:gd name="connsiteY20" fmla="*/ 114778 h 876778"/>
              <a:gd name="connsiteX21" fmla="*/ 543465 w 1806209"/>
              <a:gd name="connsiteY21" fmla="*/ 125664 h 876778"/>
              <a:gd name="connsiteX22" fmla="*/ 510808 w 1806209"/>
              <a:gd name="connsiteY22" fmla="*/ 147435 h 876778"/>
              <a:gd name="connsiteX23" fmla="*/ 314865 w 1806209"/>
              <a:gd name="connsiteY23" fmla="*/ 169207 h 876778"/>
              <a:gd name="connsiteX24" fmla="*/ 260436 w 1806209"/>
              <a:gd name="connsiteY24" fmla="*/ 212750 h 876778"/>
              <a:gd name="connsiteX25" fmla="*/ 195122 w 1806209"/>
              <a:gd name="connsiteY25" fmla="*/ 256292 h 876778"/>
              <a:gd name="connsiteX26" fmla="*/ 140694 w 1806209"/>
              <a:gd name="connsiteY26" fmla="*/ 321607 h 876778"/>
              <a:gd name="connsiteX27" fmla="*/ 86265 w 1806209"/>
              <a:gd name="connsiteY27" fmla="*/ 376035 h 876778"/>
              <a:gd name="connsiteX28" fmla="*/ 42722 w 1806209"/>
              <a:gd name="connsiteY28" fmla="*/ 430464 h 876778"/>
              <a:gd name="connsiteX29" fmla="*/ 2368 w 1806209"/>
              <a:gd name="connsiteY29" fmla="*/ 445198 h 876778"/>
              <a:gd name="connsiteX30" fmla="*/ 0 w 1806209"/>
              <a:gd name="connsiteY30" fmla="*/ 445880 h 876778"/>
              <a:gd name="connsiteX31" fmla="*/ 0 w 1806209"/>
              <a:gd name="connsiteY31" fmla="*/ 876778 h 876778"/>
              <a:gd name="connsiteX32" fmla="*/ 1806209 w 1806209"/>
              <a:gd name="connsiteY32" fmla="*/ 876778 h 8767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806209" h="876778">
                <a:moveTo>
                  <a:pt x="527412" y="0"/>
                </a:moveTo>
                <a:lnTo>
                  <a:pt x="0" y="0"/>
                </a:lnTo>
                <a:lnTo>
                  <a:pt x="0" y="255471"/>
                </a:lnTo>
                <a:lnTo>
                  <a:pt x="10065" y="245407"/>
                </a:lnTo>
                <a:cubicBezTo>
                  <a:pt x="13308" y="241284"/>
                  <a:pt x="16551" y="237161"/>
                  <a:pt x="20951" y="234521"/>
                </a:cubicBezTo>
                <a:cubicBezTo>
                  <a:pt x="30790" y="228617"/>
                  <a:pt x="43345" y="228767"/>
                  <a:pt x="53608" y="223635"/>
                </a:cubicBezTo>
                <a:cubicBezTo>
                  <a:pt x="138017" y="181431"/>
                  <a:pt x="36838" y="218340"/>
                  <a:pt x="118922" y="190978"/>
                </a:cubicBezTo>
                <a:cubicBezTo>
                  <a:pt x="156922" y="152980"/>
                  <a:pt x="130958" y="172453"/>
                  <a:pt x="206008" y="147435"/>
                </a:cubicBezTo>
                <a:cubicBezTo>
                  <a:pt x="216894" y="140178"/>
                  <a:pt x="228449" y="133837"/>
                  <a:pt x="238665" y="125664"/>
                </a:cubicBezTo>
                <a:cubicBezTo>
                  <a:pt x="246679" y="119253"/>
                  <a:pt x="251256" y="108482"/>
                  <a:pt x="260436" y="103892"/>
                </a:cubicBezTo>
                <a:cubicBezTo>
                  <a:pt x="273817" y="97201"/>
                  <a:pt x="289594" y="97117"/>
                  <a:pt x="303979" y="93007"/>
                </a:cubicBezTo>
                <a:cubicBezTo>
                  <a:pt x="315012" y="89855"/>
                  <a:pt x="325750" y="85750"/>
                  <a:pt x="336636" y="82121"/>
                </a:cubicBezTo>
                <a:cubicBezTo>
                  <a:pt x="343893" y="74864"/>
                  <a:pt x="348975" y="64393"/>
                  <a:pt x="358408" y="60350"/>
                </a:cubicBezTo>
                <a:cubicBezTo>
                  <a:pt x="375414" y="53062"/>
                  <a:pt x="394986" y="54332"/>
                  <a:pt x="412836" y="49464"/>
                </a:cubicBezTo>
                <a:cubicBezTo>
                  <a:pt x="434977" y="43425"/>
                  <a:pt x="456379" y="34949"/>
                  <a:pt x="478151" y="27692"/>
                </a:cubicBezTo>
                <a:lnTo>
                  <a:pt x="510808" y="16807"/>
                </a:lnTo>
                <a:close/>
                <a:moveTo>
                  <a:pt x="1806209" y="0"/>
                </a:moveTo>
                <a:lnTo>
                  <a:pt x="708134" y="0"/>
                </a:lnTo>
                <a:lnTo>
                  <a:pt x="709028" y="1950"/>
                </a:lnTo>
                <a:cubicBezTo>
                  <a:pt x="728907" y="60380"/>
                  <a:pt x="677113" y="62316"/>
                  <a:pt x="641436" y="71235"/>
                </a:cubicBezTo>
                <a:cubicBezTo>
                  <a:pt x="619665" y="85749"/>
                  <a:pt x="600945" y="106503"/>
                  <a:pt x="576122" y="114778"/>
                </a:cubicBezTo>
                <a:cubicBezTo>
                  <a:pt x="565236" y="118407"/>
                  <a:pt x="553728" y="120532"/>
                  <a:pt x="543465" y="125664"/>
                </a:cubicBezTo>
                <a:cubicBezTo>
                  <a:pt x="531763" y="131515"/>
                  <a:pt x="523220" y="143298"/>
                  <a:pt x="510808" y="147435"/>
                </a:cubicBezTo>
                <a:cubicBezTo>
                  <a:pt x="474669" y="159481"/>
                  <a:pt x="324413" y="168411"/>
                  <a:pt x="314865" y="169207"/>
                </a:cubicBezTo>
                <a:cubicBezTo>
                  <a:pt x="241324" y="193719"/>
                  <a:pt x="321038" y="159724"/>
                  <a:pt x="260436" y="212750"/>
                </a:cubicBezTo>
                <a:cubicBezTo>
                  <a:pt x="240744" y="229980"/>
                  <a:pt x="195122" y="256292"/>
                  <a:pt x="195122" y="256292"/>
                </a:cubicBezTo>
                <a:cubicBezTo>
                  <a:pt x="141076" y="337364"/>
                  <a:pt x="210531" y="237803"/>
                  <a:pt x="140694" y="321607"/>
                </a:cubicBezTo>
                <a:cubicBezTo>
                  <a:pt x="95337" y="376034"/>
                  <a:pt x="146135" y="336122"/>
                  <a:pt x="86265" y="376035"/>
                </a:cubicBezTo>
                <a:cubicBezTo>
                  <a:pt x="78573" y="387573"/>
                  <a:pt x="58234" y="422708"/>
                  <a:pt x="42722" y="430464"/>
                </a:cubicBezTo>
                <a:cubicBezTo>
                  <a:pt x="32459" y="435596"/>
                  <a:pt x="16131" y="441039"/>
                  <a:pt x="2368" y="445198"/>
                </a:cubicBezTo>
                <a:lnTo>
                  <a:pt x="0" y="445880"/>
                </a:lnTo>
                <a:lnTo>
                  <a:pt x="0" y="876778"/>
                </a:lnTo>
                <a:lnTo>
                  <a:pt x="1806209" y="876778"/>
                </a:lnTo>
                <a:close/>
              </a:path>
            </a:pathLst>
          </a:custGeom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7E6F9A8-1B4B-4FEF-942A-15CA97ECE0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6837" y="0"/>
            <a:ext cx="8845162" cy="6858000"/>
          </a:xfrm>
          <a:custGeom>
            <a:avLst/>
            <a:gdLst>
              <a:gd name="connsiteX0" fmla="*/ 0 w 8845162"/>
              <a:gd name="connsiteY0" fmla="*/ 0 h 6858000"/>
              <a:gd name="connsiteX1" fmla="*/ 6265248 w 8845162"/>
              <a:gd name="connsiteY1" fmla="*/ 0 h 6858000"/>
              <a:gd name="connsiteX2" fmla="*/ 7537703 w 8845162"/>
              <a:gd name="connsiteY2" fmla="*/ 0 h 6858000"/>
              <a:gd name="connsiteX3" fmla="*/ 8845162 w 8845162"/>
              <a:gd name="connsiteY3" fmla="*/ 0 h 6858000"/>
              <a:gd name="connsiteX4" fmla="*/ 8845162 w 8845162"/>
              <a:gd name="connsiteY4" fmla="*/ 6858000 h 6858000"/>
              <a:gd name="connsiteX5" fmla="*/ 7537703 w 8845162"/>
              <a:gd name="connsiteY5" fmla="*/ 6858000 h 6858000"/>
              <a:gd name="connsiteX6" fmla="*/ 6265248 w 8845162"/>
              <a:gd name="connsiteY6" fmla="*/ 6858000 h 6858000"/>
              <a:gd name="connsiteX7" fmla="*/ 20957 w 8845162"/>
              <a:gd name="connsiteY7" fmla="*/ 6858000 h 6858000"/>
              <a:gd name="connsiteX8" fmla="*/ 46002 w 8845162"/>
              <a:gd name="connsiteY8" fmla="*/ 6702325 h 6858000"/>
              <a:gd name="connsiteX9" fmla="*/ 69870 w 8845162"/>
              <a:gd name="connsiteY9" fmla="*/ 6547334 h 6858000"/>
              <a:gd name="connsiteX10" fmla="*/ 93234 w 8845162"/>
              <a:gd name="connsiteY10" fmla="*/ 6391658 h 6858000"/>
              <a:gd name="connsiteX11" fmla="*/ 113237 w 8845162"/>
              <a:gd name="connsiteY11" fmla="*/ 6235295 h 6858000"/>
              <a:gd name="connsiteX12" fmla="*/ 133409 w 8845162"/>
              <a:gd name="connsiteY12" fmla="*/ 6079619 h 6858000"/>
              <a:gd name="connsiteX13" fmla="*/ 152234 w 8845162"/>
              <a:gd name="connsiteY13" fmla="*/ 5923256 h 6858000"/>
              <a:gd name="connsiteX14" fmla="*/ 168370 w 8845162"/>
              <a:gd name="connsiteY14" fmla="*/ 5768951 h 6858000"/>
              <a:gd name="connsiteX15" fmla="*/ 183667 w 8845162"/>
              <a:gd name="connsiteY15" fmla="*/ 5612589 h 6858000"/>
              <a:gd name="connsiteX16" fmla="*/ 197619 w 8845162"/>
              <a:gd name="connsiteY16" fmla="*/ 5456912 h 6858000"/>
              <a:gd name="connsiteX17" fmla="*/ 209720 w 8845162"/>
              <a:gd name="connsiteY17" fmla="*/ 5303979 h 6858000"/>
              <a:gd name="connsiteX18" fmla="*/ 221823 w 8845162"/>
              <a:gd name="connsiteY18" fmla="*/ 5148988 h 6858000"/>
              <a:gd name="connsiteX19" fmla="*/ 231908 w 8845162"/>
              <a:gd name="connsiteY19" fmla="*/ 4996055 h 6858000"/>
              <a:gd name="connsiteX20" fmla="*/ 239808 w 8845162"/>
              <a:gd name="connsiteY20" fmla="*/ 4843121 h 6858000"/>
              <a:gd name="connsiteX21" fmla="*/ 248045 w 8845162"/>
              <a:gd name="connsiteY21" fmla="*/ 4690874 h 6858000"/>
              <a:gd name="connsiteX22" fmla="*/ 254936 w 8845162"/>
              <a:gd name="connsiteY22" fmla="*/ 4539998 h 6858000"/>
              <a:gd name="connsiteX23" fmla="*/ 259811 w 8845162"/>
              <a:gd name="connsiteY23" fmla="*/ 4390493 h 6858000"/>
              <a:gd name="connsiteX24" fmla="*/ 264014 w 8845162"/>
              <a:gd name="connsiteY24" fmla="*/ 4240989 h 6858000"/>
              <a:gd name="connsiteX25" fmla="*/ 268047 w 8845162"/>
              <a:gd name="connsiteY25" fmla="*/ 4092856 h 6858000"/>
              <a:gd name="connsiteX26" fmla="*/ 269897 w 8845162"/>
              <a:gd name="connsiteY26" fmla="*/ 3946781 h 6858000"/>
              <a:gd name="connsiteX27" fmla="*/ 271913 w 8845162"/>
              <a:gd name="connsiteY27" fmla="*/ 3800705 h 6858000"/>
              <a:gd name="connsiteX28" fmla="*/ 272922 w 8845162"/>
              <a:gd name="connsiteY28" fmla="*/ 3656687 h 6858000"/>
              <a:gd name="connsiteX29" fmla="*/ 271913 w 8845162"/>
              <a:gd name="connsiteY29" fmla="*/ 3514041 h 6858000"/>
              <a:gd name="connsiteX30" fmla="*/ 271913 w 8845162"/>
              <a:gd name="connsiteY30" fmla="*/ 3372766 h 6858000"/>
              <a:gd name="connsiteX31" fmla="*/ 269897 w 8845162"/>
              <a:gd name="connsiteY31" fmla="*/ 3232863 h 6858000"/>
              <a:gd name="connsiteX32" fmla="*/ 266871 w 8845162"/>
              <a:gd name="connsiteY32" fmla="*/ 3095703 h 6858000"/>
              <a:gd name="connsiteX33" fmla="*/ 264014 w 8845162"/>
              <a:gd name="connsiteY33" fmla="*/ 2959915 h 6858000"/>
              <a:gd name="connsiteX34" fmla="*/ 260820 w 8845162"/>
              <a:gd name="connsiteY34" fmla="*/ 2826869 h 6858000"/>
              <a:gd name="connsiteX35" fmla="*/ 255946 w 8845162"/>
              <a:gd name="connsiteY35" fmla="*/ 2694510 h 6858000"/>
              <a:gd name="connsiteX36" fmla="*/ 250734 w 8845162"/>
              <a:gd name="connsiteY36" fmla="*/ 2564209 h 6858000"/>
              <a:gd name="connsiteX37" fmla="*/ 246028 w 8845162"/>
              <a:gd name="connsiteY37" fmla="*/ 2436650 h 6858000"/>
              <a:gd name="connsiteX38" fmla="*/ 232749 w 8845162"/>
              <a:gd name="connsiteY38" fmla="*/ 2187704 h 6858000"/>
              <a:gd name="connsiteX39" fmla="*/ 218630 w 8845162"/>
              <a:gd name="connsiteY39" fmla="*/ 1949046 h 6858000"/>
              <a:gd name="connsiteX40" fmla="*/ 203837 w 8845162"/>
              <a:gd name="connsiteY40" fmla="*/ 1719989 h 6858000"/>
              <a:gd name="connsiteX41" fmla="*/ 187532 w 8845162"/>
              <a:gd name="connsiteY41" fmla="*/ 1503276 h 6858000"/>
              <a:gd name="connsiteX42" fmla="*/ 170555 w 8845162"/>
              <a:gd name="connsiteY42" fmla="*/ 1296164 h 6858000"/>
              <a:gd name="connsiteX43" fmla="*/ 152234 w 8845162"/>
              <a:gd name="connsiteY43" fmla="*/ 1104140 h 6858000"/>
              <a:gd name="connsiteX44" fmla="*/ 134248 w 8845162"/>
              <a:gd name="connsiteY44" fmla="*/ 923775 h 6858000"/>
              <a:gd name="connsiteX45" fmla="*/ 116263 w 8845162"/>
              <a:gd name="connsiteY45" fmla="*/ 757811 h 6858000"/>
              <a:gd name="connsiteX46" fmla="*/ 99286 w 8845162"/>
              <a:gd name="connsiteY46" fmla="*/ 605564 h 6858000"/>
              <a:gd name="connsiteX47" fmla="*/ 83149 w 8845162"/>
              <a:gd name="connsiteY47" fmla="*/ 470461 h 6858000"/>
              <a:gd name="connsiteX48" fmla="*/ 67853 w 8845162"/>
              <a:gd name="connsiteY48" fmla="*/ 348389 h 6858000"/>
              <a:gd name="connsiteX49" fmla="*/ 55078 w 8845162"/>
              <a:gd name="connsiteY49" fmla="*/ 245519 h 6858000"/>
              <a:gd name="connsiteX50" fmla="*/ 42976 w 8845162"/>
              <a:gd name="connsiteY50" fmla="*/ 159108 h 6858000"/>
              <a:gd name="connsiteX51" fmla="*/ 25662 w 8845162"/>
              <a:gd name="connsiteY51" fmla="*/ 40464 h 6858000"/>
              <a:gd name="connsiteX52" fmla="*/ 19779 w 8845162"/>
              <a:gd name="connsiteY52" fmla="*/ 2 h 6858000"/>
              <a:gd name="connsiteX53" fmla="*/ 26532 w 8845162"/>
              <a:gd name="connsiteY53" fmla="*/ 2 h 6858000"/>
              <a:gd name="connsiteX54" fmla="*/ 26532 w 8845162"/>
              <a:gd name="connsiteY54" fmla="*/ 1 h 6858000"/>
              <a:gd name="connsiteX55" fmla="*/ 0 w 8845162"/>
              <a:gd name="connsiteY55" fmla="*/ 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8845162" h="6858000">
                <a:moveTo>
                  <a:pt x="0" y="0"/>
                </a:moveTo>
                <a:lnTo>
                  <a:pt x="6265248" y="0"/>
                </a:lnTo>
                <a:lnTo>
                  <a:pt x="7537703" y="0"/>
                </a:lnTo>
                <a:lnTo>
                  <a:pt x="8845162" y="0"/>
                </a:lnTo>
                <a:lnTo>
                  <a:pt x="8845162" y="6858000"/>
                </a:lnTo>
                <a:lnTo>
                  <a:pt x="7537703" y="6858000"/>
                </a:lnTo>
                <a:lnTo>
                  <a:pt x="6265248" y="6858000"/>
                </a:lnTo>
                <a:lnTo>
                  <a:pt x="20957" y="6858000"/>
                </a:lnTo>
                <a:lnTo>
                  <a:pt x="46002" y="6702325"/>
                </a:lnTo>
                <a:lnTo>
                  <a:pt x="69870" y="6547334"/>
                </a:lnTo>
                <a:lnTo>
                  <a:pt x="93234" y="6391658"/>
                </a:lnTo>
                <a:lnTo>
                  <a:pt x="113237" y="6235295"/>
                </a:lnTo>
                <a:lnTo>
                  <a:pt x="133409" y="6079619"/>
                </a:lnTo>
                <a:lnTo>
                  <a:pt x="152234" y="5923256"/>
                </a:lnTo>
                <a:lnTo>
                  <a:pt x="168370" y="5768951"/>
                </a:lnTo>
                <a:lnTo>
                  <a:pt x="183667" y="5612589"/>
                </a:lnTo>
                <a:lnTo>
                  <a:pt x="197619" y="5456912"/>
                </a:lnTo>
                <a:lnTo>
                  <a:pt x="209720" y="5303979"/>
                </a:lnTo>
                <a:lnTo>
                  <a:pt x="221823" y="5148988"/>
                </a:lnTo>
                <a:lnTo>
                  <a:pt x="231908" y="4996055"/>
                </a:lnTo>
                <a:lnTo>
                  <a:pt x="239808" y="4843121"/>
                </a:lnTo>
                <a:lnTo>
                  <a:pt x="248045" y="4690874"/>
                </a:lnTo>
                <a:lnTo>
                  <a:pt x="254936" y="4539998"/>
                </a:lnTo>
                <a:lnTo>
                  <a:pt x="259811" y="4390493"/>
                </a:lnTo>
                <a:lnTo>
                  <a:pt x="264014" y="4240989"/>
                </a:lnTo>
                <a:lnTo>
                  <a:pt x="268047" y="4092856"/>
                </a:lnTo>
                <a:lnTo>
                  <a:pt x="269897" y="3946781"/>
                </a:lnTo>
                <a:lnTo>
                  <a:pt x="271913" y="3800705"/>
                </a:lnTo>
                <a:lnTo>
                  <a:pt x="272922" y="3656687"/>
                </a:lnTo>
                <a:lnTo>
                  <a:pt x="271913" y="3514041"/>
                </a:lnTo>
                <a:lnTo>
                  <a:pt x="271913" y="3372766"/>
                </a:lnTo>
                <a:lnTo>
                  <a:pt x="269897" y="3232863"/>
                </a:lnTo>
                <a:lnTo>
                  <a:pt x="266871" y="3095703"/>
                </a:lnTo>
                <a:lnTo>
                  <a:pt x="264014" y="2959915"/>
                </a:lnTo>
                <a:lnTo>
                  <a:pt x="260820" y="2826869"/>
                </a:lnTo>
                <a:lnTo>
                  <a:pt x="255946" y="2694510"/>
                </a:lnTo>
                <a:lnTo>
                  <a:pt x="250734" y="2564209"/>
                </a:lnTo>
                <a:lnTo>
                  <a:pt x="246028" y="2436650"/>
                </a:lnTo>
                <a:lnTo>
                  <a:pt x="232749" y="2187704"/>
                </a:lnTo>
                <a:lnTo>
                  <a:pt x="218630" y="1949046"/>
                </a:lnTo>
                <a:lnTo>
                  <a:pt x="203837" y="1719989"/>
                </a:lnTo>
                <a:lnTo>
                  <a:pt x="187532" y="1503276"/>
                </a:lnTo>
                <a:lnTo>
                  <a:pt x="170555" y="1296164"/>
                </a:lnTo>
                <a:lnTo>
                  <a:pt x="152234" y="1104140"/>
                </a:lnTo>
                <a:lnTo>
                  <a:pt x="134248" y="923775"/>
                </a:lnTo>
                <a:lnTo>
                  <a:pt x="116263" y="757811"/>
                </a:lnTo>
                <a:lnTo>
                  <a:pt x="99286" y="605564"/>
                </a:lnTo>
                <a:lnTo>
                  <a:pt x="83149" y="470461"/>
                </a:lnTo>
                <a:lnTo>
                  <a:pt x="67853" y="348389"/>
                </a:lnTo>
                <a:lnTo>
                  <a:pt x="55078" y="245519"/>
                </a:lnTo>
                <a:lnTo>
                  <a:pt x="42976" y="159108"/>
                </a:lnTo>
                <a:lnTo>
                  <a:pt x="25662" y="40464"/>
                </a:lnTo>
                <a:lnTo>
                  <a:pt x="19779" y="2"/>
                </a:lnTo>
                <a:lnTo>
                  <a:pt x="26532" y="2"/>
                </a:lnTo>
                <a:lnTo>
                  <a:pt x="26532" y="1"/>
                </a:lnTo>
                <a:lnTo>
                  <a:pt x="0" y="1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ol 1"/>
          <p:cNvSpPr>
            <a:spLocks noGrp="1"/>
          </p:cNvSpPr>
          <p:nvPr>
            <p:ph type="ctrTitle"/>
          </p:nvPr>
        </p:nvSpPr>
        <p:spPr>
          <a:xfrm>
            <a:off x="4392900" y="2688336"/>
            <a:ext cx="6767224" cy="3182239"/>
          </a:xfrm>
        </p:spPr>
        <p:txBody>
          <a:bodyPr anchor="t">
            <a:normAutofit fontScale="90000"/>
          </a:bodyPr>
          <a:lstStyle/>
          <a:p>
            <a:r>
              <a:rPr lang="ca-ES" sz="6600" dirty="0"/>
              <a:t>M6 – M12 </a:t>
            </a:r>
            <a:r>
              <a:rPr lang="ca-ES" sz="6600" dirty="0" err="1"/>
              <a:t>desarrollo</a:t>
            </a:r>
            <a:r>
              <a:rPr lang="ca-ES" sz="6600" dirty="0"/>
              <a:t> de una API con </a:t>
            </a:r>
            <a:r>
              <a:rPr lang="ca-ES" sz="6600" dirty="0" err="1"/>
              <a:t>express</a:t>
            </a:r>
            <a:endParaRPr lang="ca-ES" sz="6600" dirty="0"/>
          </a:p>
        </p:txBody>
      </p:sp>
      <p:sp>
        <p:nvSpPr>
          <p:cNvPr id="3" name="Subtítol 2"/>
          <p:cNvSpPr>
            <a:spLocks noGrp="1"/>
          </p:cNvSpPr>
          <p:nvPr>
            <p:ph type="subTitle" idx="1"/>
          </p:nvPr>
        </p:nvSpPr>
        <p:spPr>
          <a:xfrm>
            <a:off x="4392899" y="1578992"/>
            <a:ext cx="6767225" cy="889888"/>
          </a:xfrm>
        </p:spPr>
        <p:txBody>
          <a:bodyPr anchor="b">
            <a:normAutofit/>
          </a:bodyPr>
          <a:lstStyle/>
          <a:p>
            <a:r>
              <a:rPr lang="ca-ES" sz="2000" dirty="0">
                <a:solidFill>
                  <a:schemeClr val="accent2"/>
                </a:solidFill>
              </a:rPr>
              <a:t>UF1</a:t>
            </a:r>
          </a:p>
          <a:p>
            <a:r>
              <a:rPr lang="ca-ES" sz="2000" dirty="0" err="1">
                <a:solidFill>
                  <a:schemeClr val="accent2"/>
                </a:solidFill>
              </a:rPr>
              <a:t>Profesor</a:t>
            </a:r>
            <a:r>
              <a:rPr lang="ca-ES" sz="2000" dirty="0">
                <a:solidFill>
                  <a:schemeClr val="accent2"/>
                </a:solidFill>
              </a:rPr>
              <a:t>: Javier Salvador</a:t>
            </a:r>
          </a:p>
        </p:txBody>
      </p:sp>
    </p:spTree>
    <p:extLst>
      <p:ext uri="{BB962C8B-B14F-4D97-AF65-F5344CB8AC3E}">
        <p14:creationId xmlns:p14="http://schemas.microsoft.com/office/powerpoint/2010/main" val="41214789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1EB41F2-E181-4D4D-9131-A30F6B0AE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D63CC92-C517-4C71-9222-4579252CD6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70839"/>
          </a:xfrm>
          <a:custGeom>
            <a:avLst/>
            <a:gdLst>
              <a:gd name="connsiteX0" fmla="*/ 0 w 12192000"/>
              <a:gd name="connsiteY0" fmla="*/ 0 h 2270839"/>
              <a:gd name="connsiteX1" fmla="*/ 12192000 w 12192000"/>
              <a:gd name="connsiteY1" fmla="*/ 0 h 2270839"/>
              <a:gd name="connsiteX2" fmla="*/ 12192000 w 12192000"/>
              <a:gd name="connsiteY2" fmla="*/ 213719 h 2270839"/>
              <a:gd name="connsiteX3" fmla="*/ 12192000 w 12192000"/>
              <a:gd name="connsiteY3" fmla="*/ 471948 h 2270839"/>
              <a:gd name="connsiteX4" fmla="*/ 12192000 w 12192000"/>
              <a:gd name="connsiteY4" fmla="*/ 519830 h 2270839"/>
              <a:gd name="connsiteX5" fmla="*/ 12192000 w 12192000"/>
              <a:gd name="connsiteY5" fmla="*/ 744793 h 2270839"/>
              <a:gd name="connsiteX6" fmla="*/ 12192000 w 12192000"/>
              <a:gd name="connsiteY6" fmla="*/ 1754021 h 2270839"/>
              <a:gd name="connsiteX7" fmla="*/ 11957522 w 12192000"/>
              <a:gd name="connsiteY7" fmla="*/ 1797923 h 2270839"/>
              <a:gd name="connsiteX8" fmla="*/ 11679973 w 12192000"/>
              <a:gd name="connsiteY8" fmla="*/ 1847667 h 2270839"/>
              <a:gd name="connsiteX9" fmla="*/ 11401197 w 12192000"/>
              <a:gd name="connsiteY9" fmla="*/ 1896360 h 2270839"/>
              <a:gd name="connsiteX10" fmla="*/ 11121192 w 12192000"/>
              <a:gd name="connsiteY10" fmla="*/ 1938046 h 2270839"/>
              <a:gd name="connsiteX11" fmla="*/ 10842416 w 12192000"/>
              <a:gd name="connsiteY11" fmla="*/ 1980083 h 2270839"/>
              <a:gd name="connsiteX12" fmla="*/ 10562411 w 12192000"/>
              <a:gd name="connsiteY12" fmla="*/ 2019318 h 2270839"/>
              <a:gd name="connsiteX13" fmla="*/ 10286091 w 12192000"/>
              <a:gd name="connsiteY13" fmla="*/ 2052947 h 2270839"/>
              <a:gd name="connsiteX14" fmla="*/ 10006086 w 12192000"/>
              <a:gd name="connsiteY14" fmla="*/ 2084825 h 2270839"/>
              <a:gd name="connsiteX15" fmla="*/ 9727310 w 12192000"/>
              <a:gd name="connsiteY15" fmla="*/ 2113901 h 2270839"/>
              <a:gd name="connsiteX16" fmla="*/ 9453445 w 12192000"/>
              <a:gd name="connsiteY16" fmla="*/ 2139123 h 2270839"/>
              <a:gd name="connsiteX17" fmla="*/ 9175897 w 12192000"/>
              <a:gd name="connsiteY17" fmla="*/ 2164345 h 2270839"/>
              <a:gd name="connsiteX18" fmla="*/ 8902033 w 12192000"/>
              <a:gd name="connsiteY18" fmla="*/ 2185364 h 2270839"/>
              <a:gd name="connsiteX19" fmla="*/ 8628169 w 12192000"/>
              <a:gd name="connsiteY19" fmla="*/ 2201828 h 2270839"/>
              <a:gd name="connsiteX20" fmla="*/ 8355533 w 12192000"/>
              <a:gd name="connsiteY20" fmla="*/ 2218994 h 2270839"/>
              <a:gd name="connsiteX21" fmla="*/ 8085353 w 12192000"/>
              <a:gd name="connsiteY21" fmla="*/ 2233356 h 2270839"/>
              <a:gd name="connsiteX22" fmla="*/ 7817629 w 12192000"/>
              <a:gd name="connsiteY22" fmla="*/ 2243515 h 2270839"/>
              <a:gd name="connsiteX23" fmla="*/ 7549905 w 12192000"/>
              <a:gd name="connsiteY23" fmla="*/ 2252273 h 2270839"/>
              <a:gd name="connsiteX24" fmla="*/ 7284638 w 12192000"/>
              <a:gd name="connsiteY24" fmla="*/ 2260680 h 2270839"/>
              <a:gd name="connsiteX25" fmla="*/ 7023055 w 12192000"/>
              <a:gd name="connsiteY25" fmla="*/ 2264534 h 2270839"/>
              <a:gd name="connsiteX26" fmla="*/ 6761472 w 12192000"/>
              <a:gd name="connsiteY26" fmla="*/ 2268737 h 2270839"/>
              <a:gd name="connsiteX27" fmla="*/ 6503573 w 12192000"/>
              <a:gd name="connsiteY27" fmla="*/ 2270839 h 2270839"/>
              <a:gd name="connsiteX28" fmla="*/ 6248130 w 12192000"/>
              <a:gd name="connsiteY28" fmla="*/ 2268737 h 2270839"/>
              <a:gd name="connsiteX29" fmla="*/ 5995144 w 12192000"/>
              <a:gd name="connsiteY29" fmla="*/ 2268737 h 2270839"/>
              <a:gd name="connsiteX30" fmla="*/ 5744613 w 12192000"/>
              <a:gd name="connsiteY30" fmla="*/ 2264534 h 2270839"/>
              <a:gd name="connsiteX31" fmla="*/ 5498995 w 12192000"/>
              <a:gd name="connsiteY31" fmla="*/ 2258228 h 2270839"/>
              <a:gd name="connsiteX32" fmla="*/ 5255834 w 12192000"/>
              <a:gd name="connsiteY32" fmla="*/ 2252273 h 2270839"/>
              <a:gd name="connsiteX33" fmla="*/ 5017584 w 12192000"/>
              <a:gd name="connsiteY33" fmla="*/ 2245617 h 2270839"/>
              <a:gd name="connsiteX34" fmla="*/ 4780562 w 12192000"/>
              <a:gd name="connsiteY34" fmla="*/ 2235458 h 2270839"/>
              <a:gd name="connsiteX35" fmla="*/ 4547227 w 12192000"/>
              <a:gd name="connsiteY35" fmla="*/ 2224598 h 2270839"/>
              <a:gd name="connsiteX36" fmla="*/ 4318800 w 12192000"/>
              <a:gd name="connsiteY36" fmla="*/ 2214790 h 2270839"/>
              <a:gd name="connsiteX37" fmla="*/ 3873004 w 12192000"/>
              <a:gd name="connsiteY37" fmla="*/ 2187115 h 2270839"/>
              <a:gd name="connsiteX38" fmla="*/ 3445628 w 12192000"/>
              <a:gd name="connsiteY38" fmla="*/ 2157690 h 2270839"/>
              <a:gd name="connsiteX39" fmla="*/ 3035446 w 12192000"/>
              <a:gd name="connsiteY39" fmla="*/ 2126862 h 2270839"/>
              <a:gd name="connsiteX40" fmla="*/ 2647370 w 12192000"/>
              <a:gd name="connsiteY40" fmla="*/ 2092883 h 2270839"/>
              <a:gd name="connsiteX41" fmla="*/ 2276487 w 12192000"/>
              <a:gd name="connsiteY41" fmla="*/ 2057501 h 2270839"/>
              <a:gd name="connsiteX42" fmla="*/ 1932621 w 12192000"/>
              <a:gd name="connsiteY42" fmla="*/ 2019318 h 2270839"/>
              <a:gd name="connsiteX43" fmla="*/ 1609634 w 12192000"/>
              <a:gd name="connsiteY43" fmla="*/ 1981835 h 2270839"/>
              <a:gd name="connsiteX44" fmla="*/ 1312435 w 12192000"/>
              <a:gd name="connsiteY44" fmla="*/ 1944352 h 2270839"/>
              <a:gd name="connsiteX45" fmla="*/ 1039799 w 12192000"/>
              <a:gd name="connsiteY45" fmla="*/ 1908971 h 2270839"/>
              <a:gd name="connsiteX46" fmla="*/ 797865 w 12192000"/>
              <a:gd name="connsiteY46" fmla="*/ 1875341 h 2270839"/>
              <a:gd name="connsiteX47" fmla="*/ 579265 w 12192000"/>
              <a:gd name="connsiteY47" fmla="*/ 1843463 h 2270839"/>
              <a:gd name="connsiteX48" fmla="*/ 395052 w 12192000"/>
              <a:gd name="connsiteY48" fmla="*/ 1816840 h 2270839"/>
              <a:gd name="connsiteX49" fmla="*/ 240312 w 12192000"/>
              <a:gd name="connsiteY49" fmla="*/ 1791617 h 2270839"/>
              <a:gd name="connsiteX50" fmla="*/ 27853 w 12192000"/>
              <a:gd name="connsiteY50" fmla="*/ 1755536 h 2270839"/>
              <a:gd name="connsiteX51" fmla="*/ 0 w 12192000"/>
              <a:gd name="connsiteY51" fmla="*/ 1750823 h 2270839"/>
              <a:gd name="connsiteX52" fmla="*/ 0 w 12192000"/>
              <a:gd name="connsiteY52" fmla="*/ 744793 h 2270839"/>
              <a:gd name="connsiteX53" fmla="*/ 0 w 12192000"/>
              <a:gd name="connsiteY53" fmla="*/ 519830 h 2270839"/>
              <a:gd name="connsiteX54" fmla="*/ 0 w 12192000"/>
              <a:gd name="connsiteY54" fmla="*/ 471948 h 2270839"/>
              <a:gd name="connsiteX55" fmla="*/ 0 w 12192000"/>
              <a:gd name="connsiteY55" fmla="*/ 213719 h 2270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000" h="2270839">
                <a:moveTo>
                  <a:pt x="0" y="0"/>
                </a:moveTo>
                <a:lnTo>
                  <a:pt x="12192000" y="0"/>
                </a:lnTo>
                <a:lnTo>
                  <a:pt x="12192000" y="213719"/>
                </a:lnTo>
                <a:lnTo>
                  <a:pt x="12192000" y="471948"/>
                </a:lnTo>
                <a:lnTo>
                  <a:pt x="12192000" y="519830"/>
                </a:lnTo>
                <a:lnTo>
                  <a:pt x="12192000" y="744793"/>
                </a:lnTo>
                <a:lnTo>
                  <a:pt x="12192000" y="1754021"/>
                </a:lnTo>
                <a:lnTo>
                  <a:pt x="11957522" y="1797923"/>
                </a:lnTo>
                <a:lnTo>
                  <a:pt x="11679973" y="1847667"/>
                </a:lnTo>
                <a:lnTo>
                  <a:pt x="11401197" y="1896360"/>
                </a:lnTo>
                <a:lnTo>
                  <a:pt x="11121192" y="1938046"/>
                </a:lnTo>
                <a:lnTo>
                  <a:pt x="10842416" y="1980083"/>
                </a:lnTo>
                <a:lnTo>
                  <a:pt x="10562411" y="2019318"/>
                </a:lnTo>
                <a:lnTo>
                  <a:pt x="10286091" y="2052947"/>
                </a:lnTo>
                <a:lnTo>
                  <a:pt x="10006086" y="2084825"/>
                </a:lnTo>
                <a:lnTo>
                  <a:pt x="9727310" y="2113901"/>
                </a:lnTo>
                <a:lnTo>
                  <a:pt x="9453445" y="2139123"/>
                </a:lnTo>
                <a:lnTo>
                  <a:pt x="9175897" y="2164345"/>
                </a:lnTo>
                <a:lnTo>
                  <a:pt x="8902033" y="2185364"/>
                </a:lnTo>
                <a:lnTo>
                  <a:pt x="8628169" y="2201828"/>
                </a:lnTo>
                <a:lnTo>
                  <a:pt x="8355533" y="2218994"/>
                </a:lnTo>
                <a:lnTo>
                  <a:pt x="8085353" y="2233356"/>
                </a:lnTo>
                <a:lnTo>
                  <a:pt x="7817629" y="2243515"/>
                </a:lnTo>
                <a:lnTo>
                  <a:pt x="7549905" y="2252273"/>
                </a:lnTo>
                <a:lnTo>
                  <a:pt x="7284638" y="2260680"/>
                </a:lnTo>
                <a:lnTo>
                  <a:pt x="7023055" y="2264534"/>
                </a:lnTo>
                <a:lnTo>
                  <a:pt x="6761472" y="2268737"/>
                </a:lnTo>
                <a:lnTo>
                  <a:pt x="6503573" y="2270839"/>
                </a:lnTo>
                <a:lnTo>
                  <a:pt x="6248130" y="2268737"/>
                </a:lnTo>
                <a:lnTo>
                  <a:pt x="5995144" y="2268737"/>
                </a:lnTo>
                <a:lnTo>
                  <a:pt x="5744613" y="2264534"/>
                </a:lnTo>
                <a:lnTo>
                  <a:pt x="5498995" y="2258228"/>
                </a:lnTo>
                <a:lnTo>
                  <a:pt x="5255834" y="2252273"/>
                </a:lnTo>
                <a:lnTo>
                  <a:pt x="5017584" y="2245617"/>
                </a:lnTo>
                <a:lnTo>
                  <a:pt x="4780562" y="2235458"/>
                </a:lnTo>
                <a:lnTo>
                  <a:pt x="4547227" y="2224598"/>
                </a:lnTo>
                <a:lnTo>
                  <a:pt x="4318800" y="2214790"/>
                </a:lnTo>
                <a:lnTo>
                  <a:pt x="3873004" y="2187115"/>
                </a:lnTo>
                <a:lnTo>
                  <a:pt x="3445628" y="2157690"/>
                </a:lnTo>
                <a:lnTo>
                  <a:pt x="3035446" y="2126862"/>
                </a:lnTo>
                <a:lnTo>
                  <a:pt x="2647370" y="2092883"/>
                </a:lnTo>
                <a:lnTo>
                  <a:pt x="2276487" y="2057501"/>
                </a:lnTo>
                <a:lnTo>
                  <a:pt x="1932621" y="2019318"/>
                </a:lnTo>
                <a:lnTo>
                  <a:pt x="1609634" y="1981835"/>
                </a:lnTo>
                <a:lnTo>
                  <a:pt x="1312435" y="1944352"/>
                </a:lnTo>
                <a:lnTo>
                  <a:pt x="1039799" y="1908971"/>
                </a:lnTo>
                <a:lnTo>
                  <a:pt x="797865" y="1875341"/>
                </a:lnTo>
                <a:lnTo>
                  <a:pt x="579265" y="1843463"/>
                </a:lnTo>
                <a:lnTo>
                  <a:pt x="395052" y="1816840"/>
                </a:lnTo>
                <a:lnTo>
                  <a:pt x="240312" y="1791617"/>
                </a:lnTo>
                <a:lnTo>
                  <a:pt x="27853" y="1755536"/>
                </a:lnTo>
                <a:lnTo>
                  <a:pt x="0" y="1750823"/>
                </a:lnTo>
                <a:lnTo>
                  <a:pt x="0" y="744793"/>
                </a:lnTo>
                <a:lnTo>
                  <a:pt x="0" y="519830"/>
                </a:lnTo>
                <a:lnTo>
                  <a:pt x="0" y="471948"/>
                </a:lnTo>
                <a:lnTo>
                  <a:pt x="0" y="213719"/>
                </a:lnTo>
                <a:close/>
              </a:path>
            </a:pathLst>
          </a:custGeom>
          <a:solidFill>
            <a:schemeClr val="tx2"/>
          </a:solidFill>
          <a:ln w="444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0A39FDC-39F4-4CB7-873B-8D786EC02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00" b="63148"/>
          <a:stretch/>
        </p:blipFill>
        <p:spPr>
          <a:xfrm>
            <a:off x="4071257" y="1"/>
            <a:ext cx="8117568" cy="2270839"/>
          </a:xfrm>
          <a:custGeom>
            <a:avLst/>
            <a:gdLst>
              <a:gd name="connsiteX0" fmla="*/ 0 w 8117568"/>
              <a:gd name="connsiteY0" fmla="*/ 0 h 2270839"/>
              <a:gd name="connsiteX1" fmla="*/ 8117568 w 8117568"/>
              <a:gd name="connsiteY1" fmla="*/ 0 h 2270839"/>
              <a:gd name="connsiteX2" fmla="*/ 8117568 w 8117568"/>
              <a:gd name="connsiteY2" fmla="*/ 1754616 h 2270839"/>
              <a:gd name="connsiteX3" fmla="*/ 7886265 w 8117568"/>
              <a:gd name="connsiteY3" fmla="*/ 1797923 h 2270839"/>
              <a:gd name="connsiteX4" fmla="*/ 7608716 w 8117568"/>
              <a:gd name="connsiteY4" fmla="*/ 1847667 h 2270839"/>
              <a:gd name="connsiteX5" fmla="*/ 7329940 w 8117568"/>
              <a:gd name="connsiteY5" fmla="*/ 1896360 h 2270839"/>
              <a:gd name="connsiteX6" fmla="*/ 7049935 w 8117568"/>
              <a:gd name="connsiteY6" fmla="*/ 1938046 h 2270839"/>
              <a:gd name="connsiteX7" fmla="*/ 6771159 w 8117568"/>
              <a:gd name="connsiteY7" fmla="*/ 1980083 h 2270839"/>
              <a:gd name="connsiteX8" fmla="*/ 6491154 w 8117568"/>
              <a:gd name="connsiteY8" fmla="*/ 2019318 h 2270839"/>
              <a:gd name="connsiteX9" fmla="*/ 6214834 w 8117568"/>
              <a:gd name="connsiteY9" fmla="*/ 2052947 h 2270839"/>
              <a:gd name="connsiteX10" fmla="*/ 5934829 w 8117568"/>
              <a:gd name="connsiteY10" fmla="*/ 2084825 h 2270839"/>
              <a:gd name="connsiteX11" fmla="*/ 5656053 w 8117568"/>
              <a:gd name="connsiteY11" fmla="*/ 2113901 h 2270839"/>
              <a:gd name="connsiteX12" fmla="*/ 5382188 w 8117568"/>
              <a:gd name="connsiteY12" fmla="*/ 2139123 h 2270839"/>
              <a:gd name="connsiteX13" fmla="*/ 5104640 w 8117568"/>
              <a:gd name="connsiteY13" fmla="*/ 2164345 h 2270839"/>
              <a:gd name="connsiteX14" fmla="*/ 4830776 w 8117568"/>
              <a:gd name="connsiteY14" fmla="*/ 2185364 h 2270839"/>
              <a:gd name="connsiteX15" fmla="*/ 4556912 w 8117568"/>
              <a:gd name="connsiteY15" fmla="*/ 2201828 h 2270839"/>
              <a:gd name="connsiteX16" fmla="*/ 4284276 w 8117568"/>
              <a:gd name="connsiteY16" fmla="*/ 2218994 h 2270839"/>
              <a:gd name="connsiteX17" fmla="*/ 4014096 w 8117568"/>
              <a:gd name="connsiteY17" fmla="*/ 2233356 h 2270839"/>
              <a:gd name="connsiteX18" fmla="*/ 3746372 w 8117568"/>
              <a:gd name="connsiteY18" fmla="*/ 2243515 h 2270839"/>
              <a:gd name="connsiteX19" fmla="*/ 3478648 w 8117568"/>
              <a:gd name="connsiteY19" fmla="*/ 2252273 h 2270839"/>
              <a:gd name="connsiteX20" fmla="*/ 3213381 w 8117568"/>
              <a:gd name="connsiteY20" fmla="*/ 2260680 h 2270839"/>
              <a:gd name="connsiteX21" fmla="*/ 2951798 w 8117568"/>
              <a:gd name="connsiteY21" fmla="*/ 2264534 h 2270839"/>
              <a:gd name="connsiteX22" fmla="*/ 2690215 w 8117568"/>
              <a:gd name="connsiteY22" fmla="*/ 2268737 h 2270839"/>
              <a:gd name="connsiteX23" fmla="*/ 2432316 w 8117568"/>
              <a:gd name="connsiteY23" fmla="*/ 2270839 h 2270839"/>
              <a:gd name="connsiteX24" fmla="*/ 2176873 w 8117568"/>
              <a:gd name="connsiteY24" fmla="*/ 2268737 h 2270839"/>
              <a:gd name="connsiteX25" fmla="*/ 1923887 w 8117568"/>
              <a:gd name="connsiteY25" fmla="*/ 2268737 h 2270839"/>
              <a:gd name="connsiteX26" fmla="*/ 1673356 w 8117568"/>
              <a:gd name="connsiteY26" fmla="*/ 2264534 h 2270839"/>
              <a:gd name="connsiteX27" fmla="*/ 1427738 w 8117568"/>
              <a:gd name="connsiteY27" fmla="*/ 2258228 h 2270839"/>
              <a:gd name="connsiteX28" fmla="*/ 1184577 w 8117568"/>
              <a:gd name="connsiteY28" fmla="*/ 2252273 h 2270839"/>
              <a:gd name="connsiteX29" fmla="*/ 946327 w 8117568"/>
              <a:gd name="connsiteY29" fmla="*/ 2245617 h 2270839"/>
              <a:gd name="connsiteX30" fmla="*/ 709305 w 8117568"/>
              <a:gd name="connsiteY30" fmla="*/ 2235458 h 2270839"/>
              <a:gd name="connsiteX31" fmla="*/ 475970 w 8117568"/>
              <a:gd name="connsiteY31" fmla="*/ 2224598 h 2270839"/>
              <a:gd name="connsiteX32" fmla="*/ 247543 w 8117568"/>
              <a:gd name="connsiteY32" fmla="*/ 2214790 h 2270839"/>
              <a:gd name="connsiteX33" fmla="*/ 0 w 8117568"/>
              <a:gd name="connsiteY33" fmla="*/ 2199423 h 2270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8117568" h="2270839">
                <a:moveTo>
                  <a:pt x="0" y="0"/>
                </a:moveTo>
                <a:lnTo>
                  <a:pt x="8117568" y="0"/>
                </a:lnTo>
                <a:lnTo>
                  <a:pt x="8117568" y="1754616"/>
                </a:lnTo>
                <a:lnTo>
                  <a:pt x="7886265" y="1797923"/>
                </a:lnTo>
                <a:lnTo>
                  <a:pt x="7608716" y="1847667"/>
                </a:lnTo>
                <a:lnTo>
                  <a:pt x="7329940" y="1896360"/>
                </a:lnTo>
                <a:lnTo>
                  <a:pt x="7049935" y="1938046"/>
                </a:lnTo>
                <a:lnTo>
                  <a:pt x="6771159" y="1980083"/>
                </a:lnTo>
                <a:lnTo>
                  <a:pt x="6491154" y="2019318"/>
                </a:lnTo>
                <a:lnTo>
                  <a:pt x="6214834" y="2052947"/>
                </a:lnTo>
                <a:lnTo>
                  <a:pt x="5934829" y="2084825"/>
                </a:lnTo>
                <a:lnTo>
                  <a:pt x="5656053" y="2113901"/>
                </a:lnTo>
                <a:lnTo>
                  <a:pt x="5382188" y="2139123"/>
                </a:lnTo>
                <a:lnTo>
                  <a:pt x="5104640" y="2164345"/>
                </a:lnTo>
                <a:lnTo>
                  <a:pt x="4830776" y="2185364"/>
                </a:lnTo>
                <a:lnTo>
                  <a:pt x="4556912" y="2201828"/>
                </a:lnTo>
                <a:lnTo>
                  <a:pt x="4284276" y="2218994"/>
                </a:lnTo>
                <a:lnTo>
                  <a:pt x="4014096" y="2233356"/>
                </a:lnTo>
                <a:lnTo>
                  <a:pt x="3746372" y="2243515"/>
                </a:lnTo>
                <a:lnTo>
                  <a:pt x="3478648" y="2252273"/>
                </a:lnTo>
                <a:lnTo>
                  <a:pt x="3213381" y="2260680"/>
                </a:lnTo>
                <a:lnTo>
                  <a:pt x="2951798" y="2264534"/>
                </a:lnTo>
                <a:lnTo>
                  <a:pt x="2690215" y="2268737"/>
                </a:lnTo>
                <a:lnTo>
                  <a:pt x="2432316" y="2270839"/>
                </a:lnTo>
                <a:lnTo>
                  <a:pt x="2176873" y="2268737"/>
                </a:lnTo>
                <a:lnTo>
                  <a:pt x="1923887" y="2268737"/>
                </a:lnTo>
                <a:lnTo>
                  <a:pt x="1673356" y="2264534"/>
                </a:lnTo>
                <a:lnTo>
                  <a:pt x="1427738" y="2258228"/>
                </a:lnTo>
                <a:lnTo>
                  <a:pt x="1184577" y="2252273"/>
                </a:lnTo>
                <a:lnTo>
                  <a:pt x="946327" y="2245617"/>
                </a:lnTo>
                <a:lnTo>
                  <a:pt x="709305" y="2235458"/>
                </a:lnTo>
                <a:lnTo>
                  <a:pt x="475970" y="2224598"/>
                </a:lnTo>
                <a:lnTo>
                  <a:pt x="247543" y="2214790"/>
                </a:lnTo>
                <a:lnTo>
                  <a:pt x="0" y="2199423"/>
                </a:lnTo>
                <a:close/>
              </a:path>
            </a:pathLst>
          </a:cu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64CF8A9-3039-2340-B3B7-807178EFF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0288" y="609600"/>
            <a:ext cx="10131425" cy="1110343"/>
          </a:xfrm>
        </p:spPr>
        <p:txBody>
          <a:bodyPr>
            <a:normAutofit/>
          </a:bodyPr>
          <a:lstStyle/>
          <a:p>
            <a:pPr algn="ctr"/>
            <a:r>
              <a:rPr lang="es-ES" dirty="0">
                <a:solidFill>
                  <a:schemeClr val="bg1"/>
                </a:solidFill>
              </a:rPr>
              <a:t>¿Qué es EXPRESS?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5C435B0-CC6B-BB46-9E24-0870DC0955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341" y="2329542"/>
            <a:ext cx="11349318" cy="34290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ES" sz="2400" b="0" i="0" u="none" strike="noStrike" dirty="0">
                <a:effectLst/>
                <a:latin typeface="Söhne"/>
                <a:hlinkClick r:id="rId3"/>
              </a:rPr>
              <a:t>Express</a:t>
            </a:r>
            <a:r>
              <a:rPr lang="es-ES" sz="2400" b="0" i="0" u="none" strike="noStrike" dirty="0">
                <a:effectLst/>
                <a:latin typeface="Söhne"/>
              </a:rPr>
              <a:t> es un </a:t>
            </a:r>
            <a:r>
              <a:rPr lang="es-ES" sz="2400" b="0" i="0" u="none" strike="noStrike" dirty="0" err="1">
                <a:effectLst/>
                <a:latin typeface="Söhne"/>
              </a:rPr>
              <a:t>framework</a:t>
            </a:r>
            <a:r>
              <a:rPr lang="es-ES" sz="2400" b="0" i="0" u="none" strike="noStrike" dirty="0">
                <a:effectLst/>
                <a:latin typeface="Söhne"/>
              </a:rPr>
              <a:t> de </a:t>
            </a:r>
            <a:r>
              <a:rPr lang="es-ES" sz="2400" b="0" i="0" u="none" strike="noStrike" dirty="0" err="1">
                <a:effectLst/>
                <a:latin typeface="Söhne"/>
              </a:rPr>
              <a:t>Node.js</a:t>
            </a:r>
            <a:r>
              <a:rPr lang="es-ES" sz="2400" b="0" i="0" u="none" strike="noStrike" dirty="0">
                <a:effectLst/>
                <a:latin typeface="Söhne"/>
              </a:rPr>
              <a:t> utilizado para crear aplicaciones web y API de manera rápida y sencilla. Se enfoca en simplificar el proceso de construir aplicaciones web al proporcionar un conjunto de funciones y herramientas que facilitan la creación de servidores HTTP y el manejo de rutas, peticiones, respuestas y middleware.</a:t>
            </a:r>
          </a:p>
          <a:p>
            <a:pPr marL="0" indent="0" algn="just">
              <a:buNone/>
            </a:pPr>
            <a:r>
              <a:rPr lang="es-ES" sz="2400" b="0" i="0" u="none" strike="noStrike" dirty="0">
                <a:effectLst/>
                <a:latin typeface="Söhne"/>
              </a:rPr>
              <a:t>Express ofrece una estructura flexible que permite configurar y gestionar diversas funcionalidades de forma modular, lo que lo convierte en una opción popular para el desarrollo de aplicaciones web y API </a:t>
            </a:r>
            <a:r>
              <a:rPr lang="es-ES" sz="2400" b="0" i="0" u="none" strike="noStrike" dirty="0" err="1">
                <a:effectLst/>
                <a:latin typeface="Söhne"/>
              </a:rPr>
              <a:t>RESTful</a:t>
            </a:r>
            <a:r>
              <a:rPr lang="es-ES" sz="2400" b="0" i="0" u="none" strike="noStrike" dirty="0">
                <a:effectLst/>
                <a:latin typeface="Söhne"/>
              </a:rPr>
              <a:t> en </a:t>
            </a:r>
            <a:r>
              <a:rPr lang="es-ES" sz="2400" b="0" i="0" u="none" strike="noStrike" dirty="0" err="1">
                <a:effectLst/>
                <a:latin typeface="Söhne"/>
              </a:rPr>
              <a:t>Node.js</a:t>
            </a:r>
            <a:r>
              <a:rPr lang="es-ES" sz="2400" b="0" i="0" u="none" strike="noStrike" dirty="0">
                <a:effectLst/>
                <a:latin typeface="Söhne"/>
              </a:rPr>
              <a:t>. Su flexibilidad y su amplia comunidad de usuarios han contribuido a su popularidad dentro del ecosistema de desarrollo con </a:t>
            </a:r>
            <a:r>
              <a:rPr lang="es-ES" sz="2400" b="0" i="0" u="none" strike="noStrike" dirty="0" err="1">
                <a:effectLst/>
                <a:latin typeface="Söhne"/>
              </a:rPr>
              <a:t>Node.js</a:t>
            </a:r>
            <a:r>
              <a:rPr lang="es-ES" sz="2400" b="0" i="0" u="none" strike="noStrike" dirty="0">
                <a:effectLst/>
                <a:latin typeface="Söhne"/>
              </a:rPr>
              <a:t>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A153C99-0CC0-02DF-1788-9A8740B7B9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0936" y="5206829"/>
            <a:ext cx="5905500" cy="179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30451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1EB41F2-E181-4D4D-9131-A30F6B0AE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D63CC92-C517-4C71-9222-4579252CD6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70839"/>
          </a:xfrm>
          <a:custGeom>
            <a:avLst/>
            <a:gdLst>
              <a:gd name="connsiteX0" fmla="*/ 0 w 12192000"/>
              <a:gd name="connsiteY0" fmla="*/ 0 h 2270839"/>
              <a:gd name="connsiteX1" fmla="*/ 12192000 w 12192000"/>
              <a:gd name="connsiteY1" fmla="*/ 0 h 2270839"/>
              <a:gd name="connsiteX2" fmla="*/ 12192000 w 12192000"/>
              <a:gd name="connsiteY2" fmla="*/ 213719 h 2270839"/>
              <a:gd name="connsiteX3" fmla="*/ 12192000 w 12192000"/>
              <a:gd name="connsiteY3" fmla="*/ 471948 h 2270839"/>
              <a:gd name="connsiteX4" fmla="*/ 12192000 w 12192000"/>
              <a:gd name="connsiteY4" fmla="*/ 519830 h 2270839"/>
              <a:gd name="connsiteX5" fmla="*/ 12192000 w 12192000"/>
              <a:gd name="connsiteY5" fmla="*/ 744793 h 2270839"/>
              <a:gd name="connsiteX6" fmla="*/ 12192000 w 12192000"/>
              <a:gd name="connsiteY6" fmla="*/ 1754021 h 2270839"/>
              <a:gd name="connsiteX7" fmla="*/ 11957522 w 12192000"/>
              <a:gd name="connsiteY7" fmla="*/ 1797923 h 2270839"/>
              <a:gd name="connsiteX8" fmla="*/ 11679973 w 12192000"/>
              <a:gd name="connsiteY8" fmla="*/ 1847667 h 2270839"/>
              <a:gd name="connsiteX9" fmla="*/ 11401197 w 12192000"/>
              <a:gd name="connsiteY9" fmla="*/ 1896360 h 2270839"/>
              <a:gd name="connsiteX10" fmla="*/ 11121192 w 12192000"/>
              <a:gd name="connsiteY10" fmla="*/ 1938046 h 2270839"/>
              <a:gd name="connsiteX11" fmla="*/ 10842416 w 12192000"/>
              <a:gd name="connsiteY11" fmla="*/ 1980083 h 2270839"/>
              <a:gd name="connsiteX12" fmla="*/ 10562411 w 12192000"/>
              <a:gd name="connsiteY12" fmla="*/ 2019318 h 2270839"/>
              <a:gd name="connsiteX13" fmla="*/ 10286091 w 12192000"/>
              <a:gd name="connsiteY13" fmla="*/ 2052947 h 2270839"/>
              <a:gd name="connsiteX14" fmla="*/ 10006086 w 12192000"/>
              <a:gd name="connsiteY14" fmla="*/ 2084825 h 2270839"/>
              <a:gd name="connsiteX15" fmla="*/ 9727310 w 12192000"/>
              <a:gd name="connsiteY15" fmla="*/ 2113901 h 2270839"/>
              <a:gd name="connsiteX16" fmla="*/ 9453445 w 12192000"/>
              <a:gd name="connsiteY16" fmla="*/ 2139123 h 2270839"/>
              <a:gd name="connsiteX17" fmla="*/ 9175897 w 12192000"/>
              <a:gd name="connsiteY17" fmla="*/ 2164345 h 2270839"/>
              <a:gd name="connsiteX18" fmla="*/ 8902033 w 12192000"/>
              <a:gd name="connsiteY18" fmla="*/ 2185364 h 2270839"/>
              <a:gd name="connsiteX19" fmla="*/ 8628169 w 12192000"/>
              <a:gd name="connsiteY19" fmla="*/ 2201828 h 2270839"/>
              <a:gd name="connsiteX20" fmla="*/ 8355533 w 12192000"/>
              <a:gd name="connsiteY20" fmla="*/ 2218994 h 2270839"/>
              <a:gd name="connsiteX21" fmla="*/ 8085353 w 12192000"/>
              <a:gd name="connsiteY21" fmla="*/ 2233356 h 2270839"/>
              <a:gd name="connsiteX22" fmla="*/ 7817629 w 12192000"/>
              <a:gd name="connsiteY22" fmla="*/ 2243515 h 2270839"/>
              <a:gd name="connsiteX23" fmla="*/ 7549905 w 12192000"/>
              <a:gd name="connsiteY23" fmla="*/ 2252273 h 2270839"/>
              <a:gd name="connsiteX24" fmla="*/ 7284638 w 12192000"/>
              <a:gd name="connsiteY24" fmla="*/ 2260680 h 2270839"/>
              <a:gd name="connsiteX25" fmla="*/ 7023055 w 12192000"/>
              <a:gd name="connsiteY25" fmla="*/ 2264534 h 2270839"/>
              <a:gd name="connsiteX26" fmla="*/ 6761472 w 12192000"/>
              <a:gd name="connsiteY26" fmla="*/ 2268737 h 2270839"/>
              <a:gd name="connsiteX27" fmla="*/ 6503573 w 12192000"/>
              <a:gd name="connsiteY27" fmla="*/ 2270839 h 2270839"/>
              <a:gd name="connsiteX28" fmla="*/ 6248130 w 12192000"/>
              <a:gd name="connsiteY28" fmla="*/ 2268737 h 2270839"/>
              <a:gd name="connsiteX29" fmla="*/ 5995144 w 12192000"/>
              <a:gd name="connsiteY29" fmla="*/ 2268737 h 2270839"/>
              <a:gd name="connsiteX30" fmla="*/ 5744613 w 12192000"/>
              <a:gd name="connsiteY30" fmla="*/ 2264534 h 2270839"/>
              <a:gd name="connsiteX31" fmla="*/ 5498995 w 12192000"/>
              <a:gd name="connsiteY31" fmla="*/ 2258228 h 2270839"/>
              <a:gd name="connsiteX32" fmla="*/ 5255834 w 12192000"/>
              <a:gd name="connsiteY32" fmla="*/ 2252273 h 2270839"/>
              <a:gd name="connsiteX33" fmla="*/ 5017584 w 12192000"/>
              <a:gd name="connsiteY33" fmla="*/ 2245617 h 2270839"/>
              <a:gd name="connsiteX34" fmla="*/ 4780562 w 12192000"/>
              <a:gd name="connsiteY34" fmla="*/ 2235458 h 2270839"/>
              <a:gd name="connsiteX35" fmla="*/ 4547227 w 12192000"/>
              <a:gd name="connsiteY35" fmla="*/ 2224598 h 2270839"/>
              <a:gd name="connsiteX36" fmla="*/ 4318800 w 12192000"/>
              <a:gd name="connsiteY36" fmla="*/ 2214790 h 2270839"/>
              <a:gd name="connsiteX37" fmla="*/ 3873004 w 12192000"/>
              <a:gd name="connsiteY37" fmla="*/ 2187115 h 2270839"/>
              <a:gd name="connsiteX38" fmla="*/ 3445628 w 12192000"/>
              <a:gd name="connsiteY38" fmla="*/ 2157690 h 2270839"/>
              <a:gd name="connsiteX39" fmla="*/ 3035446 w 12192000"/>
              <a:gd name="connsiteY39" fmla="*/ 2126862 h 2270839"/>
              <a:gd name="connsiteX40" fmla="*/ 2647370 w 12192000"/>
              <a:gd name="connsiteY40" fmla="*/ 2092883 h 2270839"/>
              <a:gd name="connsiteX41" fmla="*/ 2276487 w 12192000"/>
              <a:gd name="connsiteY41" fmla="*/ 2057501 h 2270839"/>
              <a:gd name="connsiteX42" fmla="*/ 1932621 w 12192000"/>
              <a:gd name="connsiteY42" fmla="*/ 2019318 h 2270839"/>
              <a:gd name="connsiteX43" fmla="*/ 1609634 w 12192000"/>
              <a:gd name="connsiteY43" fmla="*/ 1981835 h 2270839"/>
              <a:gd name="connsiteX44" fmla="*/ 1312435 w 12192000"/>
              <a:gd name="connsiteY44" fmla="*/ 1944352 h 2270839"/>
              <a:gd name="connsiteX45" fmla="*/ 1039799 w 12192000"/>
              <a:gd name="connsiteY45" fmla="*/ 1908971 h 2270839"/>
              <a:gd name="connsiteX46" fmla="*/ 797865 w 12192000"/>
              <a:gd name="connsiteY46" fmla="*/ 1875341 h 2270839"/>
              <a:gd name="connsiteX47" fmla="*/ 579265 w 12192000"/>
              <a:gd name="connsiteY47" fmla="*/ 1843463 h 2270839"/>
              <a:gd name="connsiteX48" fmla="*/ 395052 w 12192000"/>
              <a:gd name="connsiteY48" fmla="*/ 1816840 h 2270839"/>
              <a:gd name="connsiteX49" fmla="*/ 240312 w 12192000"/>
              <a:gd name="connsiteY49" fmla="*/ 1791617 h 2270839"/>
              <a:gd name="connsiteX50" fmla="*/ 27853 w 12192000"/>
              <a:gd name="connsiteY50" fmla="*/ 1755536 h 2270839"/>
              <a:gd name="connsiteX51" fmla="*/ 0 w 12192000"/>
              <a:gd name="connsiteY51" fmla="*/ 1750823 h 2270839"/>
              <a:gd name="connsiteX52" fmla="*/ 0 w 12192000"/>
              <a:gd name="connsiteY52" fmla="*/ 744793 h 2270839"/>
              <a:gd name="connsiteX53" fmla="*/ 0 w 12192000"/>
              <a:gd name="connsiteY53" fmla="*/ 519830 h 2270839"/>
              <a:gd name="connsiteX54" fmla="*/ 0 w 12192000"/>
              <a:gd name="connsiteY54" fmla="*/ 471948 h 2270839"/>
              <a:gd name="connsiteX55" fmla="*/ 0 w 12192000"/>
              <a:gd name="connsiteY55" fmla="*/ 213719 h 2270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000" h="2270839">
                <a:moveTo>
                  <a:pt x="0" y="0"/>
                </a:moveTo>
                <a:lnTo>
                  <a:pt x="12192000" y="0"/>
                </a:lnTo>
                <a:lnTo>
                  <a:pt x="12192000" y="213719"/>
                </a:lnTo>
                <a:lnTo>
                  <a:pt x="12192000" y="471948"/>
                </a:lnTo>
                <a:lnTo>
                  <a:pt x="12192000" y="519830"/>
                </a:lnTo>
                <a:lnTo>
                  <a:pt x="12192000" y="744793"/>
                </a:lnTo>
                <a:lnTo>
                  <a:pt x="12192000" y="1754021"/>
                </a:lnTo>
                <a:lnTo>
                  <a:pt x="11957522" y="1797923"/>
                </a:lnTo>
                <a:lnTo>
                  <a:pt x="11679973" y="1847667"/>
                </a:lnTo>
                <a:lnTo>
                  <a:pt x="11401197" y="1896360"/>
                </a:lnTo>
                <a:lnTo>
                  <a:pt x="11121192" y="1938046"/>
                </a:lnTo>
                <a:lnTo>
                  <a:pt x="10842416" y="1980083"/>
                </a:lnTo>
                <a:lnTo>
                  <a:pt x="10562411" y="2019318"/>
                </a:lnTo>
                <a:lnTo>
                  <a:pt x="10286091" y="2052947"/>
                </a:lnTo>
                <a:lnTo>
                  <a:pt x="10006086" y="2084825"/>
                </a:lnTo>
                <a:lnTo>
                  <a:pt x="9727310" y="2113901"/>
                </a:lnTo>
                <a:lnTo>
                  <a:pt x="9453445" y="2139123"/>
                </a:lnTo>
                <a:lnTo>
                  <a:pt x="9175897" y="2164345"/>
                </a:lnTo>
                <a:lnTo>
                  <a:pt x="8902033" y="2185364"/>
                </a:lnTo>
                <a:lnTo>
                  <a:pt x="8628169" y="2201828"/>
                </a:lnTo>
                <a:lnTo>
                  <a:pt x="8355533" y="2218994"/>
                </a:lnTo>
                <a:lnTo>
                  <a:pt x="8085353" y="2233356"/>
                </a:lnTo>
                <a:lnTo>
                  <a:pt x="7817629" y="2243515"/>
                </a:lnTo>
                <a:lnTo>
                  <a:pt x="7549905" y="2252273"/>
                </a:lnTo>
                <a:lnTo>
                  <a:pt x="7284638" y="2260680"/>
                </a:lnTo>
                <a:lnTo>
                  <a:pt x="7023055" y="2264534"/>
                </a:lnTo>
                <a:lnTo>
                  <a:pt x="6761472" y="2268737"/>
                </a:lnTo>
                <a:lnTo>
                  <a:pt x="6503573" y="2270839"/>
                </a:lnTo>
                <a:lnTo>
                  <a:pt x="6248130" y="2268737"/>
                </a:lnTo>
                <a:lnTo>
                  <a:pt x="5995144" y="2268737"/>
                </a:lnTo>
                <a:lnTo>
                  <a:pt x="5744613" y="2264534"/>
                </a:lnTo>
                <a:lnTo>
                  <a:pt x="5498995" y="2258228"/>
                </a:lnTo>
                <a:lnTo>
                  <a:pt x="5255834" y="2252273"/>
                </a:lnTo>
                <a:lnTo>
                  <a:pt x="5017584" y="2245617"/>
                </a:lnTo>
                <a:lnTo>
                  <a:pt x="4780562" y="2235458"/>
                </a:lnTo>
                <a:lnTo>
                  <a:pt x="4547227" y="2224598"/>
                </a:lnTo>
                <a:lnTo>
                  <a:pt x="4318800" y="2214790"/>
                </a:lnTo>
                <a:lnTo>
                  <a:pt x="3873004" y="2187115"/>
                </a:lnTo>
                <a:lnTo>
                  <a:pt x="3445628" y="2157690"/>
                </a:lnTo>
                <a:lnTo>
                  <a:pt x="3035446" y="2126862"/>
                </a:lnTo>
                <a:lnTo>
                  <a:pt x="2647370" y="2092883"/>
                </a:lnTo>
                <a:lnTo>
                  <a:pt x="2276487" y="2057501"/>
                </a:lnTo>
                <a:lnTo>
                  <a:pt x="1932621" y="2019318"/>
                </a:lnTo>
                <a:lnTo>
                  <a:pt x="1609634" y="1981835"/>
                </a:lnTo>
                <a:lnTo>
                  <a:pt x="1312435" y="1944352"/>
                </a:lnTo>
                <a:lnTo>
                  <a:pt x="1039799" y="1908971"/>
                </a:lnTo>
                <a:lnTo>
                  <a:pt x="797865" y="1875341"/>
                </a:lnTo>
                <a:lnTo>
                  <a:pt x="579265" y="1843463"/>
                </a:lnTo>
                <a:lnTo>
                  <a:pt x="395052" y="1816840"/>
                </a:lnTo>
                <a:lnTo>
                  <a:pt x="240312" y="1791617"/>
                </a:lnTo>
                <a:lnTo>
                  <a:pt x="27853" y="1755536"/>
                </a:lnTo>
                <a:lnTo>
                  <a:pt x="0" y="1750823"/>
                </a:lnTo>
                <a:lnTo>
                  <a:pt x="0" y="744793"/>
                </a:lnTo>
                <a:lnTo>
                  <a:pt x="0" y="519830"/>
                </a:lnTo>
                <a:lnTo>
                  <a:pt x="0" y="471948"/>
                </a:lnTo>
                <a:lnTo>
                  <a:pt x="0" y="213719"/>
                </a:lnTo>
                <a:close/>
              </a:path>
            </a:pathLst>
          </a:custGeom>
          <a:solidFill>
            <a:schemeClr val="tx2"/>
          </a:solidFill>
          <a:ln w="444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0A39FDC-39F4-4CB7-873B-8D786EC02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00" b="63148"/>
          <a:stretch/>
        </p:blipFill>
        <p:spPr>
          <a:xfrm>
            <a:off x="4071257" y="1"/>
            <a:ext cx="8117568" cy="2270839"/>
          </a:xfrm>
          <a:custGeom>
            <a:avLst/>
            <a:gdLst>
              <a:gd name="connsiteX0" fmla="*/ 0 w 8117568"/>
              <a:gd name="connsiteY0" fmla="*/ 0 h 2270839"/>
              <a:gd name="connsiteX1" fmla="*/ 8117568 w 8117568"/>
              <a:gd name="connsiteY1" fmla="*/ 0 h 2270839"/>
              <a:gd name="connsiteX2" fmla="*/ 8117568 w 8117568"/>
              <a:gd name="connsiteY2" fmla="*/ 1754616 h 2270839"/>
              <a:gd name="connsiteX3" fmla="*/ 7886265 w 8117568"/>
              <a:gd name="connsiteY3" fmla="*/ 1797923 h 2270839"/>
              <a:gd name="connsiteX4" fmla="*/ 7608716 w 8117568"/>
              <a:gd name="connsiteY4" fmla="*/ 1847667 h 2270839"/>
              <a:gd name="connsiteX5" fmla="*/ 7329940 w 8117568"/>
              <a:gd name="connsiteY5" fmla="*/ 1896360 h 2270839"/>
              <a:gd name="connsiteX6" fmla="*/ 7049935 w 8117568"/>
              <a:gd name="connsiteY6" fmla="*/ 1938046 h 2270839"/>
              <a:gd name="connsiteX7" fmla="*/ 6771159 w 8117568"/>
              <a:gd name="connsiteY7" fmla="*/ 1980083 h 2270839"/>
              <a:gd name="connsiteX8" fmla="*/ 6491154 w 8117568"/>
              <a:gd name="connsiteY8" fmla="*/ 2019318 h 2270839"/>
              <a:gd name="connsiteX9" fmla="*/ 6214834 w 8117568"/>
              <a:gd name="connsiteY9" fmla="*/ 2052947 h 2270839"/>
              <a:gd name="connsiteX10" fmla="*/ 5934829 w 8117568"/>
              <a:gd name="connsiteY10" fmla="*/ 2084825 h 2270839"/>
              <a:gd name="connsiteX11" fmla="*/ 5656053 w 8117568"/>
              <a:gd name="connsiteY11" fmla="*/ 2113901 h 2270839"/>
              <a:gd name="connsiteX12" fmla="*/ 5382188 w 8117568"/>
              <a:gd name="connsiteY12" fmla="*/ 2139123 h 2270839"/>
              <a:gd name="connsiteX13" fmla="*/ 5104640 w 8117568"/>
              <a:gd name="connsiteY13" fmla="*/ 2164345 h 2270839"/>
              <a:gd name="connsiteX14" fmla="*/ 4830776 w 8117568"/>
              <a:gd name="connsiteY14" fmla="*/ 2185364 h 2270839"/>
              <a:gd name="connsiteX15" fmla="*/ 4556912 w 8117568"/>
              <a:gd name="connsiteY15" fmla="*/ 2201828 h 2270839"/>
              <a:gd name="connsiteX16" fmla="*/ 4284276 w 8117568"/>
              <a:gd name="connsiteY16" fmla="*/ 2218994 h 2270839"/>
              <a:gd name="connsiteX17" fmla="*/ 4014096 w 8117568"/>
              <a:gd name="connsiteY17" fmla="*/ 2233356 h 2270839"/>
              <a:gd name="connsiteX18" fmla="*/ 3746372 w 8117568"/>
              <a:gd name="connsiteY18" fmla="*/ 2243515 h 2270839"/>
              <a:gd name="connsiteX19" fmla="*/ 3478648 w 8117568"/>
              <a:gd name="connsiteY19" fmla="*/ 2252273 h 2270839"/>
              <a:gd name="connsiteX20" fmla="*/ 3213381 w 8117568"/>
              <a:gd name="connsiteY20" fmla="*/ 2260680 h 2270839"/>
              <a:gd name="connsiteX21" fmla="*/ 2951798 w 8117568"/>
              <a:gd name="connsiteY21" fmla="*/ 2264534 h 2270839"/>
              <a:gd name="connsiteX22" fmla="*/ 2690215 w 8117568"/>
              <a:gd name="connsiteY22" fmla="*/ 2268737 h 2270839"/>
              <a:gd name="connsiteX23" fmla="*/ 2432316 w 8117568"/>
              <a:gd name="connsiteY23" fmla="*/ 2270839 h 2270839"/>
              <a:gd name="connsiteX24" fmla="*/ 2176873 w 8117568"/>
              <a:gd name="connsiteY24" fmla="*/ 2268737 h 2270839"/>
              <a:gd name="connsiteX25" fmla="*/ 1923887 w 8117568"/>
              <a:gd name="connsiteY25" fmla="*/ 2268737 h 2270839"/>
              <a:gd name="connsiteX26" fmla="*/ 1673356 w 8117568"/>
              <a:gd name="connsiteY26" fmla="*/ 2264534 h 2270839"/>
              <a:gd name="connsiteX27" fmla="*/ 1427738 w 8117568"/>
              <a:gd name="connsiteY27" fmla="*/ 2258228 h 2270839"/>
              <a:gd name="connsiteX28" fmla="*/ 1184577 w 8117568"/>
              <a:gd name="connsiteY28" fmla="*/ 2252273 h 2270839"/>
              <a:gd name="connsiteX29" fmla="*/ 946327 w 8117568"/>
              <a:gd name="connsiteY29" fmla="*/ 2245617 h 2270839"/>
              <a:gd name="connsiteX30" fmla="*/ 709305 w 8117568"/>
              <a:gd name="connsiteY30" fmla="*/ 2235458 h 2270839"/>
              <a:gd name="connsiteX31" fmla="*/ 475970 w 8117568"/>
              <a:gd name="connsiteY31" fmla="*/ 2224598 h 2270839"/>
              <a:gd name="connsiteX32" fmla="*/ 247543 w 8117568"/>
              <a:gd name="connsiteY32" fmla="*/ 2214790 h 2270839"/>
              <a:gd name="connsiteX33" fmla="*/ 0 w 8117568"/>
              <a:gd name="connsiteY33" fmla="*/ 2199423 h 2270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8117568" h="2270839">
                <a:moveTo>
                  <a:pt x="0" y="0"/>
                </a:moveTo>
                <a:lnTo>
                  <a:pt x="8117568" y="0"/>
                </a:lnTo>
                <a:lnTo>
                  <a:pt x="8117568" y="1754616"/>
                </a:lnTo>
                <a:lnTo>
                  <a:pt x="7886265" y="1797923"/>
                </a:lnTo>
                <a:lnTo>
                  <a:pt x="7608716" y="1847667"/>
                </a:lnTo>
                <a:lnTo>
                  <a:pt x="7329940" y="1896360"/>
                </a:lnTo>
                <a:lnTo>
                  <a:pt x="7049935" y="1938046"/>
                </a:lnTo>
                <a:lnTo>
                  <a:pt x="6771159" y="1980083"/>
                </a:lnTo>
                <a:lnTo>
                  <a:pt x="6491154" y="2019318"/>
                </a:lnTo>
                <a:lnTo>
                  <a:pt x="6214834" y="2052947"/>
                </a:lnTo>
                <a:lnTo>
                  <a:pt x="5934829" y="2084825"/>
                </a:lnTo>
                <a:lnTo>
                  <a:pt x="5656053" y="2113901"/>
                </a:lnTo>
                <a:lnTo>
                  <a:pt x="5382188" y="2139123"/>
                </a:lnTo>
                <a:lnTo>
                  <a:pt x="5104640" y="2164345"/>
                </a:lnTo>
                <a:lnTo>
                  <a:pt x="4830776" y="2185364"/>
                </a:lnTo>
                <a:lnTo>
                  <a:pt x="4556912" y="2201828"/>
                </a:lnTo>
                <a:lnTo>
                  <a:pt x="4284276" y="2218994"/>
                </a:lnTo>
                <a:lnTo>
                  <a:pt x="4014096" y="2233356"/>
                </a:lnTo>
                <a:lnTo>
                  <a:pt x="3746372" y="2243515"/>
                </a:lnTo>
                <a:lnTo>
                  <a:pt x="3478648" y="2252273"/>
                </a:lnTo>
                <a:lnTo>
                  <a:pt x="3213381" y="2260680"/>
                </a:lnTo>
                <a:lnTo>
                  <a:pt x="2951798" y="2264534"/>
                </a:lnTo>
                <a:lnTo>
                  <a:pt x="2690215" y="2268737"/>
                </a:lnTo>
                <a:lnTo>
                  <a:pt x="2432316" y="2270839"/>
                </a:lnTo>
                <a:lnTo>
                  <a:pt x="2176873" y="2268737"/>
                </a:lnTo>
                <a:lnTo>
                  <a:pt x="1923887" y="2268737"/>
                </a:lnTo>
                <a:lnTo>
                  <a:pt x="1673356" y="2264534"/>
                </a:lnTo>
                <a:lnTo>
                  <a:pt x="1427738" y="2258228"/>
                </a:lnTo>
                <a:lnTo>
                  <a:pt x="1184577" y="2252273"/>
                </a:lnTo>
                <a:lnTo>
                  <a:pt x="946327" y="2245617"/>
                </a:lnTo>
                <a:lnTo>
                  <a:pt x="709305" y="2235458"/>
                </a:lnTo>
                <a:lnTo>
                  <a:pt x="475970" y="2224598"/>
                </a:lnTo>
                <a:lnTo>
                  <a:pt x="247543" y="2214790"/>
                </a:lnTo>
                <a:lnTo>
                  <a:pt x="0" y="2199423"/>
                </a:lnTo>
                <a:close/>
              </a:path>
            </a:pathLst>
          </a:cu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64CF8A9-3039-2340-B3B7-807178EFF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0288" y="609600"/>
            <a:ext cx="10131425" cy="1110343"/>
          </a:xfrm>
        </p:spPr>
        <p:txBody>
          <a:bodyPr>
            <a:normAutofit/>
          </a:bodyPr>
          <a:lstStyle/>
          <a:p>
            <a:pPr algn="ctr"/>
            <a:r>
              <a:rPr lang="es-ES" dirty="0">
                <a:solidFill>
                  <a:schemeClr val="bg1"/>
                </a:solidFill>
              </a:rPr>
              <a:t>¿Qué es </a:t>
            </a:r>
            <a:r>
              <a:rPr lang="es-ES" dirty="0" err="1">
                <a:solidFill>
                  <a:schemeClr val="bg1"/>
                </a:solidFill>
              </a:rPr>
              <a:t>Node.js</a:t>
            </a:r>
            <a:r>
              <a:rPr lang="es-ES" dirty="0">
                <a:solidFill>
                  <a:schemeClr val="bg1"/>
                </a:solidFill>
              </a:rPr>
              <a:t>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5C435B0-CC6B-BB46-9E24-0870DC0955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256" y="2329542"/>
            <a:ext cx="11349318" cy="2948883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ES" sz="2400" b="0" i="0" u="none" strike="noStrike" dirty="0" err="1">
                <a:effectLst/>
                <a:latin typeface="Söhne"/>
                <a:hlinkClick r:id="rId3"/>
              </a:rPr>
              <a:t>Node.js</a:t>
            </a:r>
            <a:r>
              <a:rPr lang="es-ES" sz="2400" b="0" i="0" u="none" strike="noStrike" dirty="0">
                <a:effectLst/>
                <a:latin typeface="Söhne"/>
              </a:rPr>
              <a:t>, conocido como </a:t>
            </a:r>
            <a:r>
              <a:rPr lang="es-ES" sz="2400" b="0" i="0" u="none" strike="noStrike" dirty="0" err="1">
                <a:effectLst/>
                <a:latin typeface="Söhne"/>
              </a:rPr>
              <a:t>Node</a:t>
            </a:r>
            <a:r>
              <a:rPr lang="es-ES" sz="2400" b="0" i="0" u="none" strike="noStrike" dirty="0">
                <a:effectLst/>
                <a:latin typeface="Söhne"/>
              </a:rPr>
              <a:t>, es un entorno de ejecución de código abierto, que permite ejecutar JavaScript del lado del servidor.</a:t>
            </a:r>
          </a:p>
          <a:p>
            <a:pPr marL="0" indent="0" algn="just">
              <a:buNone/>
            </a:pPr>
            <a:r>
              <a:rPr lang="es-ES" sz="2400" b="0" i="0" u="none" strike="noStrike" dirty="0" err="1">
                <a:effectLst/>
                <a:latin typeface="Söhne"/>
              </a:rPr>
              <a:t>Node.js</a:t>
            </a:r>
            <a:r>
              <a:rPr lang="es-ES" sz="2400" b="0" i="0" u="none" strike="noStrike" dirty="0">
                <a:effectLst/>
                <a:latin typeface="Söhne"/>
              </a:rPr>
              <a:t> se ha vuelto muy popular en el desarrollo web por su capacidad para crear servidores web altamente escalables y rápidos, así como para construir aplicaciones de red y API (Interfaz de Programación de Aplicaciones). Además, su ecosistema de paquetes a través de </a:t>
            </a:r>
            <a:r>
              <a:rPr lang="es-ES" sz="2400" b="0" i="0" u="none" strike="noStrike" dirty="0" err="1">
                <a:effectLst/>
                <a:latin typeface="Söhne"/>
              </a:rPr>
              <a:t>npm</a:t>
            </a:r>
            <a:r>
              <a:rPr lang="es-ES" sz="2400" b="0" i="0" u="none" strike="noStrike" dirty="0">
                <a:effectLst/>
                <a:latin typeface="Söhne"/>
              </a:rPr>
              <a:t> (</a:t>
            </a:r>
            <a:r>
              <a:rPr lang="es-ES" sz="2400" b="0" i="0" u="none" strike="noStrike" dirty="0" err="1">
                <a:effectLst/>
                <a:latin typeface="Söhne"/>
              </a:rPr>
              <a:t>Node</a:t>
            </a:r>
            <a:r>
              <a:rPr lang="es-ES" sz="2400" b="0" i="0" u="none" strike="noStrike" dirty="0">
                <a:effectLst/>
                <a:latin typeface="Söhne"/>
              </a:rPr>
              <a:t> </a:t>
            </a:r>
            <a:r>
              <a:rPr lang="es-ES" sz="2400" b="0" i="0" u="none" strike="noStrike" dirty="0" err="1">
                <a:effectLst/>
                <a:latin typeface="Söhne"/>
              </a:rPr>
              <a:t>Package</a:t>
            </a:r>
            <a:r>
              <a:rPr lang="es-ES" sz="2400" b="0" i="0" u="none" strike="noStrike" dirty="0">
                <a:effectLst/>
                <a:latin typeface="Söhne"/>
              </a:rPr>
              <a:t> Manager) ofrece una amplia gama de módulos y librerías que facilitan el desarrollo de aplicaciones en JavaScript.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43B99B0-4D88-2868-97B3-1252E3E5D5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2695" y="4926195"/>
            <a:ext cx="3157964" cy="1931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59088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1EB41F2-E181-4D4D-9131-A30F6B0AE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D63CC92-C517-4C71-9222-4579252CD6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70839"/>
          </a:xfrm>
          <a:custGeom>
            <a:avLst/>
            <a:gdLst>
              <a:gd name="connsiteX0" fmla="*/ 0 w 12192000"/>
              <a:gd name="connsiteY0" fmla="*/ 0 h 2270839"/>
              <a:gd name="connsiteX1" fmla="*/ 12192000 w 12192000"/>
              <a:gd name="connsiteY1" fmla="*/ 0 h 2270839"/>
              <a:gd name="connsiteX2" fmla="*/ 12192000 w 12192000"/>
              <a:gd name="connsiteY2" fmla="*/ 213719 h 2270839"/>
              <a:gd name="connsiteX3" fmla="*/ 12192000 w 12192000"/>
              <a:gd name="connsiteY3" fmla="*/ 471948 h 2270839"/>
              <a:gd name="connsiteX4" fmla="*/ 12192000 w 12192000"/>
              <a:gd name="connsiteY4" fmla="*/ 519830 h 2270839"/>
              <a:gd name="connsiteX5" fmla="*/ 12192000 w 12192000"/>
              <a:gd name="connsiteY5" fmla="*/ 744793 h 2270839"/>
              <a:gd name="connsiteX6" fmla="*/ 12192000 w 12192000"/>
              <a:gd name="connsiteY6" fmla="*/ 1754021 h 2270839"/>
              <a:gd name="connsiteX7" fmla="*/ 11957522 w 12192000"/>
              <a:gd name="connsiteY7" fmla="*/ 1797923 h 2270839"/>
              <a:gd name="connsiteX8" fmla="*/ 11679973 w 12192000"/>
              <a:gd name="connsiteY8" fmla="*/ 1847667 h 2270839"/>
              <a:gd name="connsiteX9" fmla="*/ 11401197 w 12192000"/>
              <a:gd name="connsiteY9" fmla="*/ 1896360 h 2270839"/>
              <a:gd name="connsiteX10" fmla="*/ 11121192 w 12192000"/>
              <a:gd name="connsiteY10" fmla="*/ 1938046 h 2270839"/>
              <a:gd name="connsiteX11" fmla="*/ 10842416 w 12192000"/>
              <a:gd name="connsiteY11" fmla="*/ 1980083 h 2270839"/>
              <a:gd name="connsiteX12" fmla="*/ 10562411 w 12192000"/>
              <a:gd name="connsiteY12" fmla="*/ 2019318 h 2270839"/>
              <a:gd name="connsiteX13" fmla="*/ 10286091 w 12192000"/>
              <a:gd name="connsiteY13" fmla="*/ 2052947 h 2270839"/>
              <a:gd name="connsiteX14" fmla="*/ 10006086 w 12192000"/>
              <a:gd name="connsiteY14" fmla="*/ 2084825 h 2270839"/>
              <a:gd name="connsiteX15" fmla="*/ 9727310 w 12192000"/>
              <a:gd name="connsiteY15" fmla="*/ 2113901 h 2270839"/>
              <a:gd name="connsiteX16" fmla="*/ 9453445 w 12192000"/>
              <a:gd name="connsiteY16" fmla="*/ 2139123 h 2270839"/>
              <a:gd name="connsiteX17" fmla="*/ 9175897 w 12192000"/>
              <a:gd name="connsiteY17" fmla="*/ 2164345 h 2270839"/>
              <a:gd name="connsiteX18" fmla="*/ 8902033 w 12192000"/>
              <a:gd name="connsiteY18" fmla="*/ 2185364 h 2270839"/>
              <a:gd name="connsiteX19" fmla="*/ 8628169 w 12192000"/>
              <a:gd name="connsiteY19" fmla="*/ 2201828 h 2270839"/>
              <a:gd name="connsiteX20" fmla="*/ 8355533 w 12192000"/>
              <a:gd name="connsiteY20" fmla="*/ 2218994 h 2270839"/>
              <a:gd name="connsiteX21" fmla="*/ 8085353 w 12192000"/>
              <a:gd name="connsiteY21" fmla="*/ 2233356 h 2270839"/>
              <a:gd name="connsiteX22" fmla="*/ 7817629 w 12192000"/>
              <a:gd name="connsiteY22" fmla="*/ 2243515 h 2270839"/>
              <a:gd name="connsiteX23" fmla="*/ 7549905 w 12192000"/>
              <a:gd name="connsiteY23" fmla="*/ 2252273 h 2270839"/>
              <a:gd name="connsiteX24" fmla="*/ 7284638 w 12192000"/>
              <a:gd name="connsiteY24" fmla="*/ 2260680 h 2270839"/>
              <a:gd name="connsiteX25" fmla="*/ 7023055 w 12192000"/>
              <a:gd name="connsiteY25" fmla="*/ 2264534 h 2270839"/>
              <a:gd name="connsiteX26" fmla="*/ 6761472 w 12192000"/>
              <a:gd name="connsiteY26" fmla="*/ 2268737 h 2270839"/>
              <a:gd name="connsiteX27" fmla="*/ 6503573 w 12192000"/>
              <a:gd name="connsiteY27" fmla="*/ 2270839 h 2270839"/>
              <a:gd name="connsiteX28" fmla="*/ 6248130 w 12192000"/>
              <a:gd name="connsiteY28" fmla="*/ 2268737 h 2270839"/>
              <a:gd name="connsiteX29" fmla="*/ 5995144 w 12192000"/>
              <a:gd name="connsiteY29" fmla="*/ 2268737 h 2270839"/>
              <a:gd name="connsiteX30" fmla="*/ 5744613 w 12192000"/>
              <a:gd name="connsiteY30" fmla="*/ 2264534 h 2270839"/>
              <a:gd name="connsiteX31" fmla="*/ 5498995 w 12192000"/>
              <a:gd name="connsiteY31" fmla="*/ 2258228 h 2270839"/>
              <a:gd name="connsiteX32" fmla="*/ 5255834 w 12192000"/>
              <a:gd name="connsiteY32" fmla="*/ 2252273 h 2270839"/>
              <a:gd name="connsiteX33" fmla="*/ 5017584 w 12192000"/>
              <a:gd name="connsiteY33" fmla="*/ 2245617 h 2270839"/>
              <a:gd name="connsiteX34" fmla="*/ 4780562 w 12192000"/>
              <a:gd name="connsiteY34" fmla="*/ 2235458 h 2270839"/>
              <a:gd name="connsiteX35" fmla="*/ 4547227 w 12192000"/>
              <a:gd name="connsiteY35" fmla="*/ 2224598 h 2270839"/>
              <a:gd name="connsiteX36" fmla="*/ 4318800 w 12192000"/>
              <a:gd name="connsiteY36" fmla="*/ 2214790 h 2270839"/>
              <a:gd name="connsiteX37" fmla="*/ 3873004 w 12192000"/>
              <a:gd name="connsiteY37" fmla="*/ 2187115 h 2270839"/>
              <a:gd name="connsiteX38" fmla="*/ 3445628 w 12192000"/>
              <a:gd name="connsiteY38" fmla="*/ 2157690 h 2270839"/>
              <a:gd name="connsiteX39" fmla="*/ 3035446 w 12192000"/>
              <a:gd name="connsiteY39" fmla="*/ 2126862 h 2270839"/>
              <a:gd name="connsiteX40" fmla="*/ 2647370 w 12192000"/>
              <a:gd name="connsiteY40" fmla="*/ 2092883 h 2270839"/>
              <a:gd name="connsiteX41" fmla="*/ 2276487 w 12192000"/>
              <a:gd name="connsiteY41" fmla="*/ 2057501 h 2270839"/>
              <a:gd name="connsiteX42" fmla="*/ 1932621 w 12192000"/>
              <a:gd name="connsiteY42" fmla="*/ 2019318 h 2270839"/>
              <a:gd name="connsiteX43" fmla="*/ 1609634 w 12192000"/>
              <a:gd name="connsiteY43" fmla="*/ 1981835 h 2270839"/>
              <a:gd name="connsiteX44" fmla="*/ 1312435 w 12192000"/>
              <a:gd name="connsiteY44" fmla="*/ 1944352 h 2270839"/>
              <a:gd name="connsiteX45" fmla="*/ 1039799 w 12192000"/>
              <a:gd name="connsiteY45" fmla="*/ 1908971 h 2270839"/>
              <a:gd name="connsiteX46" fmla="*/ 797865 w 12192000"/>
              <a:gd name="connsiteY46" fmla="*/ 1875341 h 2270839"/>
              <a:gd name="connsiteX47" fmla="*/ 579265 w 12192000"/>
              <a:gd name="connsiteY47" fmla="*/ 1843463 h 2270839"/>
              <a:gd name="connsiteX48" fmla="*/ 395052 w 12192000"/>
              <a:gd name="connsiteY48" fmla="*/ 1816840 h 2270839"/>
              <a:gd name="connsiteX49" fmla="*/ 240312 w 12192000"/>
              <a:gd name="connsiteY49" fmla="*/ 1791617 h 2270839"/>
              <a:gd name="connsiteX50" fmla="*/ 27853 w 12192000"/>
              <a:gd name="connsiteY50" fmla="*/ 1755536 h 2270839"/>
              <a:gd name="connsiteX51" fmla="*/ 0 w 12192000"/>
              <a:gd name="connsiteY51" fmla="*/ 1750823 h 2270839"/>
              <a:gd name="connsiteX52" fmla="*/ 0 w 12192000"/>
              <a:gd name="connsiteY52" fmla="*/ 744793 h 2270839"/>
              <a:gd name="connsiteX53" fmla="*/ 0 w 12192000"/>
              <a:gd name="connsiteY53" fmla="*/ 519830 h 2270839"/>
              <a:gd name="connsiteX54" fmla="*/ 0 w 12192000"/>
              <a:gd name="connsiteY54" fmla="*/ 471948 h 2270839"/>
              <a:gd name="connsiteX55" fmla="*/ 0 w 12192000"/>
              <a:gd name="connsiteY55" fmla="*/ 213719 h 2270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000" h="2270839">
                <a:moveTo>
                  <a:pt x="0" y="0"/>
                </a:moveTo>
                <a:lnTo>
                  <a:pt x="12192000" y="0"/>
                </a:lnTo>
                <a:lnTo>
                  <a:pt x="12192000" y="213719"/>
                </a:lnTo>
                <a:lnTo>
                  <a:pt x="12192000" y="471948"/>
                </a:lnTo>
                <a:lnTo>
                  <a:pt x="12192000" y="519830"/>
                </a:lnTo>
                <a:lnTo>
                  <a:pt x="12192000" y="744793"/>
                </a:lnTo>
                <a:lnTo>
                  <a:pt x="12192000" y="1754021"/>
                </a:lnTo>
                <a:lnTo>
                  <a:pt x="11957522" y="1797923"/>
                </a:lnTo>
                <a:lnTo>
                  <a:pt x="11679973" y="1847667"/>
                </a:lnTo>
                <a:lnTo>
                  <a:pt x="11401197" y="1896360"/>
                </a:lnTo>
                <a:lnTo>
                  <a:pt x="11121192" y="1938046"/>
                </a:lnTo>
                <a:lnTo>
                  <a:pt x="10842416" y="1980083"/>
                </a:lnTo>
                <a:lnTo>
                  <a:pt x="10562411" y="2019318"/>
                </a:lnTo>
                <a:lnTo>
                  <a:pt x="10286091" y="2052947"/>
                </a:lnTo>
                <a:lnTo>
                  <a:pt x="10006086" y="2084825"/>
                </a:lnTo>
                <a:lnTo>
                  <a:pt x="9727310" y="2113901"/>
                </a:lnTo>
                <a:lnTo>
                  <a:pt x="9453445" y="2139123"/>
                </a:lnTo>
                <a:lnTo>
                  <a:pt x="9175897" y="2164345"/>
                </a:lnTo>
                <a:lnTo>
                  <a:pt x="8902033" y="2185364"/>
                </a:lnTo>
                <a:lnTo>
                  <a:pt x="8628169" y="2201828"/>
                </a:lnTo>
                <a:lnTo>
                  <a:pt x="8355533" y="2218994"/>
                </a:lnTo>
                <a:lnTo>
                  <a:pt x="8085353" y="2233356"/>
                </a:lnTo>
                <a:lnTo>
                  <a:pt x="7817629" y="2243515"/>
                </a:lnTo>
                <a:lnTo>
                  <a:pt x="7549905" y="2252273"/>
                </a:lnTo>
                <a:lnTo>
                  <a:pt x="7284638" y="2260680"/>
                </a:lnTo>
                <a:lnTo>
                  <a:pt x="7023055" y="2264534"/>
                </a:lnTo>
                <a:lnTo>
                  <a:pt x="6761472" y="2268737"/>
                </a:lnTo>
                <a:lnTo>
                  <a:pt x="6503573" y="2270839"/>
                </a:lnTo>
                <a:lnTo>
                  <a:pt x="6248130" y="2268737"/>
                </a:lnTo>
                <a:lnTo>
                  <a:pt x="5995144" y="2268737"/>
                </a:lnTo>
                <a:lnTo>
                  <a:pt x="5744613" y="2264534"/>
                </a:lnTo>
                <a:lnTo>
                  <a:pt x="5498995" y="2258228"/>
                </a:lnTo>
                <a:lnTo>
                  <a:pt x="5255834" y="2252273"/>
                </a:lnTo>
                <a:lnTo>
                  <a:pt x="5017584" y="2245617"/>
                </a:lnTo>
                <a:lnTo>
                  <a:pt x="4780562" y="2235458"/>
                </a:lnTo>
                <a:lnTo>
                  <a:pt x="4547227" y="2224598"/>
                </a:lnTo>
                <a:lnTo>
                  <a:pt x="4318800" y="2214790"/>
                </a:lnTo>
                <a:lnTo>
                  <a:pt x="3873004" y="2187115"/>
                </a:lnTo>
                <a:lnTo>
                  <a:pt x="3445628" y="2157690"/>
                </a:lnTo>
                <a:lnTo>
                  <a:pt x="3035446" y="2126862"/>
                </a:lnTo>
                <a:lnTo>
                  <a:pt x="2647370" y="2092883"/>
                </a:lnTo>
                <a:lnTo>
                  <a:pt x="2276487" y="2057501"/>
                </a:lnTo>
                <a:lnTo>
                  <a:pt x="1932621" y="2019318"/>
                </a:lnTo>
                <a:lnTo>
                  <a:pt x="1609634" y="1981835"/>
                </a:lnTo>
                <a:lnTo>
                  <a:pt x="1312435" y="1944352"/>
                </a:lnTo>
                <a:lnTo>
                  <a:pt x="1039799" y="1908971"/>
                </a:lnTo>
                <a:lnTo>
                  <a:pt x="797865" y="1875341"/>
                </a:lnTo>
                <a:lnTo>
                  <a:pt x="579265" y="1843463"/>
                </a:lnTo>
                <a:lnTo>
                  <a:pt x="395052" y="1816840"/>
                </a:lnTo>
                <a:lnTo>
                  <a:pt x="240312" y="1791617"/>
                </a:lnTo>
                <a:lnTo>
                  <a:pt x="27853" y="1755536"/>
                </a:lnTo>
                <a:lnTo>
                  <a:pt x="0" y="1750823"/>
                </a:lnTo>
                <a:lnTo>
                  <a:pt x="0" y="744793"/>
                </a:lnTo>
                <a:lnTo>
                  <a:pt x="0" y="519830"/>
                </a:lnTo>
                <a:lnTo>
                  <a:pt x="0" y="471948"/>
                </a:lnTo>
                <a:lnTo>
                  <a:pt x="0" y="213719"/>
                </a:lnTo>
                <a:close/>
              </a:path>
            </a:pathLst>
          </a:custGeom>
          <a:solidFill>
            <a:schemeClr val="tx2"/>
          </a:solidFill>
          <a:ln w="444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0A39FDC-39F4-4CB7-873B-8D786EC02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00" b="63148"/>
          <a:stretch/>
        </p:blipFill>
        <p:spPr>
          <a:xfrm>
            <a:off x="4071257" y="1"/>
            <a:ext cx="8117568" cy="2270839"/>
          </a:xfrm>
          <a:custGeom>
            <a:avLst/>
            <a:gdLst>
              <a:gd name="connsiteX0" fmla="*/ 0 w 8117568"/>
              <a:gd name="connsiteY0" fmla="*/ 0 h 2270839"/>
              <a:gd name="connsiteX1" fmla="*/ 8117568 w 8117568"/>
              <a:gd name="connsiteY1" fmla="*/ 0 h 2270839"/>
              <a:gd name="connsiteX2" fmla="*/ 8117568 w 8117568"/>
              <a:gd name="connsiteY2" fmla="*/ 1754616 h 2270839"/>
              <a:gd name="connsiteX3" fmla="*/ 7886265 w 8117568"/>
              <a:gd name="connsiteY3" fmla="*/ 1797923 h 2270839"/>
              <a:gd name="connsiteX4" fmla="*/ 7608716 w 8117568"/>
              <a:gd name="connsiteY4" fmla="*/ 1847667 h 2270839"/>
              <a:gd name="connsiteX5" fmla="*/ 7329940 w 8117568"/>
              <a:gd name="connsiteY5" fmla="*/ 1896360 h 2270839"/>
              <a:gd name="connsiteX6" fmla="*/ 7049935 w 8117568"/>
              <a:gd name="connsiteY6" fmla="*/ 1938046 h 2270839"/>
              <a:gd name="connsiteX7" fmla="*/ 6771159 w 8117568"/>
              <a:gd name="connsiteY7" fmla="*/ 1980083 h 2270839"/>
              <a:gd name="connsiteX8" fmla="*/ 6491154 w 8117568"/>
              <a:gd name="connsiteY8" fmla="*/ 2019318 h 2270839"/>
              <a:gd name="connsiteX9" fmla="*/ 6214834 w 8117568"/>
              <a:gd name="connsiteY9" fmla="*/ 2052947 h 2270839"/>
              <a:gd name="connsiteX10" fmla="*/ 5934829 w 8117568"/>
              <a:gd name="connsiteY10" fmla="*/ 2084825 h 2270839"/>
              <a:gd name="connsiteX11" fmla="*/ 5656053 w 8117568"/>
              <a:gd name="connsiteY11" fmla="*/ 2113901 h 2270839"/>
              <a:gd name="connsiteX12" fmla="*/ 5382188 w 8117568"/>
              <a:gd name="connsiteY12" fmla="*/ 2139123 h 2270839"/>
              <a:gd name="connsiteX13" fmla="*/ 5104640 w 8117568"/>
              <a:gd name="connsiteY13" fmla="*/ 2164345 h 2270839"/>
              <a:gd name="connsiteX14" fmla="*/ 4830776 w 8117568"/>
              <a:gd name="connsiteY14" fmla="*/ 2185364 h 2270839"/>
              <a:gd name="connsiteX15" fmla="*/ 4556912 w 8117568"/>
              <a:gd name="connsiteY15" fmla="*/ 2201828 h 2270839"/>
              <a:gd name="connsiteX16" fmla="*/ 4284276 w 8117568"/>
              <a:gd name="connsiteY16" fmla="*/ 2218994 h 2270839"/>
              <a:gd name="connsiteX17" fmla="*/ 4014096 w 8117568"/>
              <a:gd name="connsiteY17" fmla="*/ 2233356 h 2270839"/>
              <a:gd name="connsiteX18" fmla="*/ 3746372 w 8117568"/>
              <a:gd name="connsiteY18" fmla="*/ 2243515 h 2270839"/>
              <a:gd name="connsiteX19" fmla="*/ 3478648 w 8117568"/>
              <a:gd name="connsiteY19" fmla="*/ 2252273 h 2270839"/>
              <a:gd name="connsiteX20" fmla="*/ 3213381 w 8117568"/>
              <a:gd name="connsiteY20" fmla="*/ 2260680 h 2270839"/>
              <a:gd name="connsiteX21" fmla="*/ 2951798 w 8117568"/>
              <a:gd name="connsiteY21" fmla="*/ 2264534 h 2270839"/>
              <a:gd name="connsiteX22" fmla="*/ 2690215 w 8117568"/>
              <a:gd name="connsiteY22" fmla="*/ 2268737 h 2270839"/>
              <a:gd name="connsiteX23" fmla="*/ 2432316 w 8117568"/>
              <a:gd name="connsiteY23" fmla="*/ 2270839 h 2270839"/>
              <a:gd name="connsiteX24" fmla="*/ 2176873 w 8117568"/>
              <a:gd name="connsiteY24" fmla="*/ 2268737 h 2270839"/>
              <a:gd name="connsiteX25" fmla="*/ 1923887 w 8117568"/>
              <a:gd name="connsiteY25" fmla="*/ 2268737 h 2270839"/>
              <a:gd name="connsiteX26" fmla="*/ 1673356 w 8117568"/>
              <a:gd name="connsiteY26" fmla="*/ 2264534 h 2270839"/>
              <a:gd name="connsiteX27" fmla="*/ 1427738 w 8117568"/>
              <a:gd name="connsiteY27" fmla="*/ 2258228 h 2270839"/>
              <a:gd name="connsiteX28" fmla="*/ 1184577 w 8117568"/>
              <a:gd name="connsiteY28" fmla="*/ 2252273 h 2270839"/>
              <a:gd name="connsiteX29" fmla="*/ 946327 w 8117568"/>
              <a:gd name="connsiteY29" fmla="*/ 2245617 h 2270839"/>
              <a:gd name="connsiteX30" fmla="*/ 709305 w 8117568"/>
              <a:gd name="connsiteY30" fmla="*/ 2235458 h 2270839"/>
              <a:gd name="connsiteX31" fmla="*/ 475970 w 8117568"/>
              <a:gd name="connsiteY31" fmla="*/ 2224598 h 2270839"/>
              <a:gd name="connsiteX32" fmla="*/ 247543 w 8117568"/>
              <a:gd name="connsiteY32" fmla="*/ 2214790 h 2270839"/>
              <a:gd name="connsiteX33" fmla="*/ 0 w 8117568"/>
              <a:gd name="connsiteY33" fmla="*/ 2199423 h 2270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8117568" h="2270839">
                <a:moveTo>
                  <a:pt x="0" y="0"/>
                </a:moveTo>
                <a:lnTo>
                  <a:pt x="8117568" y="0"/>
                </a:lnTo>
                <a:lnTo>
                  <a:pt x="8117568" y="1754616"/>
                </a:lnTo>
                <a:lnTo>
                  <a:pt x="7886265" y="1797923"/>
                </a:lnTo>
                <a:lnTo>
                  <a:pt x="7608716" y="1847667"/>
                </a:lnTo>
                <a:lnTo>
                  <a:pt x="7329940" y="1896360"/>
                </a:lnTo>
                <a:lnTo>
                  <a:pt x="7049935" y="1938046"/>
                </a:lnTo>
                <a:lnTo>
                  <a:pt x="6771159" y="1980083"/>
                </a:lnTo>
                <a:lnTo>
                  <a:pt x="6491154" y="2019318"/>
                </a:lnTo>
                <a:lnTo>
                  <a:pt x="6214834" y="2052947"/>
                </a:lnTo>
                <a:lnTo>
                  <a:pt x="5934829" y="2084825"/>
                </a:lnTo>
                <a:lnTo>
                  <a:pt x="5656053" y="2113901"/>
                </a:lnTo>
                <a:lnTo>
                  <a:pt x="5382188" y="2139123"/>
                </a:lnTo>
                <a:lnTo>
                  <a:pt x="5104640" y="2164345"/>
                </a:lnTo>
                <a:lnTo>
                  <a:pt x="4830776" y="2185364"/>
                </a:lnTo>
                <a:lnTo>
                  <a:pt x="4556912" y="2201828"/>
                </a:lnTo>
                <a:lnTo>
                  <a:pt x="4284276" y="2218994"/>
                </a:lnTo>
                <a:lnTo>
                  <a:pt x="4014096" y="2233356"/>
                </a:lnTo>
                <a:lnTo>
                  <a:pt x="3746372" y="2243515"/>
                </a:lnTo>
                <a:lnTo>
                  <a:pt x="3478648" y="2252273"/>
                </a:lnTo>
                <a:lnTo>
                  <a:pt x="3213381" y="2260680"/>
                </a:lnTo>
                <a:lnTo>
                  <a:pt x="2951798" y="2264534"/>
                </a:lnTo>
                <a:lnTo>
                  <a:pt x="2690215" y="2268737"/>
                </a:lnTo>
                <a:lnTo>
                  <a:pt x="2432316" y="2270839"/>
                </a:lnTo>
                <a:lnTo>
                  <a:pt x="2176873" y="2268737"/>
                </a:lnTo>
                <a:lnTo>
                  <a:pt x="1923887" y="2268737"/>
                </a:lnTo>
                <a:lnTo>
                  <a:pt x="1673356" y="2264534"/>
                </a:lnTo>
                <a:lnTo>
                  <a:pt x="1427738" y="2258228"/>
                </a:lnTo>
                <a:lnTo>
                  <a:pt x="1184577" y="2252273"/>
                </a:lnTo>
                <a:lnTo>
                  <a:pt x="946327" y="2245617"/>
                </a:lnTo>
                <a:lnTo>
                  <a:pt x="709305" y="2235458"/>
                </a:lnTo>
                <a:lnTo>
                  <a:pt x="475970" y="2224598"/>
                </a:lnTo>
                <a:lnTo>
                  <a:pt x="247543" y="2214790"/>
                </a:lnTo>
                <a:lnTo>
                  <a:pt x="0" y="2199423"/>
                </a:lnTo>
                <a:close/>
              </a:path>
            </a:pathLst>
          </a:cu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64CF8A9-3039-2340-B3B7-807178EFF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0288" y="609600"/>
            <a:ext cx="10131425" cy="1110343"/>
          </a:xfrm>
        </p:spPr>
        <p:txBody>
          <a:bodyPr>
            <a:normAutofit/>
          </a:bodyPr>
          <a:lstStyle/>
          <a:p>
            <a:pPr algn="ctr"/>
            <a:r>
              <a:rPr lang="es-ES" dirty="0">
                <a:solidFill>
                  <a:schemeClr val="bg1"/>
                </a:solidFill>
              </a:rPr>
              <a:t>¿Qué es NPM?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5C435B0-CC6B-BB46-9E24-0870DC0955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5141" y="2230426"/>
            <a:ext cx="11349318" cy="227084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ES" sz="2400" dirty="0" err="1">
                <a:latin typeface="Söhne"/>
              </a:rPr>
              <a:t>npm</a:t>
            </a:r>
            <a:r>
              <a:rPr lang="es-ES" sz="2400" dirty="0">
                <a:latin typeface="Söhne"/>
              </a:rPr>
              <a:t> significa "</a:t>
            </a:r>
            <a:r>
              <a:rPr lang="es-ES" sz="2400" dirty="0" err="1">
                <a:latin typeface="Söhne"/>
              </a:rPr>
              <a:t>Node</a:t>
            </a:r>
            <a:r>
              <a:rPr lang="es-ES" sz="2400" dirty="0">
                <a:latin typeface="Söhne"/>
              </a:rPr>
              <a:t> </a:t>
            </a:r>
            <a:r>
              <a:rPr lang="es-ES" sz="2400" dirty="0" err="1">
                <a:latin typeface="Söhne"/>
              </a:rPr>
              <a:t>Package</a:t>
            </a:r>
            <a:r>
              <a:rPr lang="es-ES" sz="2400" dirty="0">
                <a:latin typeface="Söhne"/>
              </a:rPr>
              <a:t> Manager" (Administrador de Paquetes de </a:t>
            </a:r>
            <a:r>
              <a:rPr lang="es-ES" sz="2400" dirty="0" err="1">
                <a:latin typeface="Söhne"/>
              </a:rPr>
              <a:t>Node</a:t>
            </a:r>
            <a:r>
              <a:rPr lang="es-ES" sz="2400" dirty="0">
                <a:latin typeface="Söhne"/>
              </a:rPr>
              <a:t>). Es una herramienta que permite gestionar las dependencias de software en proyectos de JavaScript con </a:t>
            </a:r>
            <a:r>
              <a:rPr lang="es-ES" sz="2400" dirty="0" err="1">
                <a:latin typeface="Söhne"/>
              </a:rPr>
              <a:t>Node.js</a:t>
            </a:r>
            <a:r>
              <a:rPr lang="es-ES" sz="2400" dirty="0">
                <a:latin typeface="Söhne"/>
              </a:rPr>
              <a:t>. </a:t>
            </a:r>
            <a:r>
              <a:rPr lang="es-ES" sz="2400" dirty="0" err="1">
                <a:latin typeface="Söhne"/>
              </a:rPr>
              <a:t>npm</a:t>
            </a:r>
            <a:r>
              <a:rPr lang="es-ES" sz="2400" dirty="0">
                <a:latin typeface="Söhne"/>
              </a:rPr>
              <a:t> permite instalar, compartir y distribuir fácilmente módulos o paquetes de código, facilitando el desarrollo de aplicaciones al acceder a una amplia variedad de librerías de código abierto.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A9F8FD28-F1F0-F25E-562B-D3DCD6071D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2745" y="5090079"/>
            <a:ext cx="4546079" cy="1767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62905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1EB41F2-E181-4D4D-9131-A30F6B0AE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D63CC92-C517-4C71-9222-4579252CD6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70839"/>
          </a:xfrm>
          <a:custGeom>
            <a:avLst/>
            <a:gdLst>
              <a:gd name="connsiteX0" fmla="*/ 0 w 12192000"/>
              <a:gd name="connsiteY0" fmla="*/ 0 h 2270839"/>
              <a:gd name="connsiteX1" fmla="*/ 12192000 w 12192000"/>
              <a:gd name="connsiteY1" fmla="*/ 0 h 2270839"/>
              <a:gd name="connsiteX2" fmla="*/ 12192000 w 12192000"/>
              <a:gd name="connsiteY2" fmla="*/ 213719 h 2270839"/>
              <a:gd name="connsiteX3" fmla="*/ 12192000 w 12192000"/>
              <a:gd name="connsiteY3" fmla="*/ 471948 h 2270839"/>
              <a:gd name="connsiteX4" fmla="*/ 12192000 w 12192000"/>
              <a:gd name="connsiteY4" fmla="*/ 519830 h 2270839"/>
              <a:gd name="connsiteX5" fmla="*/ 12192000 w 12192000"/>
              <a:gd name="connsiteY5" fmla="*/ 744793 h 2270839"/>
              <a:gd name="connsiteX6" fmla="*/ 12192000 w 12192000"/>
              <a:gd name="connsiteY6" fmla="*/ 1754021 h 2270839"/>
              <a:gd name="connsiteX7" fmla="*/ 11957522 w 12192000"/>
              <a:gd name="connsiteY7" fmla="*/ 1797923 h 2270839"/>
              <a:gd name="connsiteX8" fmla="*/ 11679973 w 12192000"/>
              <a:gd name="connsiteY8" fmla="*/ 1847667 h 2270839"/>
              <a:gd name="connsiteX9" fmla="*/ 11401197 w 12192000"/>
              <a:gd name="connsiteY9" fmla="*/ 1896360 h 2270839"/>
              <a:gd name="connsiteX10" fmla="*/ 11121192 w 12192000"/>
              <a:gd name="connsiteY10" fmla="*/ 1938046 h 2270839"/>
              <a:gd name="connsiteX11" fmla="*/ 10842416 w 12192000"/>
              <a:gd name="connsiteY11" fmla="*/ 1980083 h 2270839"/>
              <a:gd name="connsiteX12" fmla="*/ 10562411 w 12192000"/>
              <a:gd name="connsiteY12" fmla="*/ 2019318 h 2270839"/>
              <a:gd name="connsiteX13" fmla="*/ 10286091 w 12192000"/>
              <a:gd name="connsiteY13" fmla="*/ 2052947 h 2270839"/>
              <a:gd name="connsiteX14" fmla="*/ 10006086 w 12192000"/>
              <a:gd name="connsiteY14" fmla="*/ 2084825 h 2270839"/>
              <a:gd name="connsiteX15" fmla="*/ 9727310 w 12192000"/>
              <a:gd name="connsiteY15" fmla="*/ 2113901 h 2270839"/>
              <a:gd name="connsiteX16" fmla="*/ 9453445 w 12192000"/>
              <a:gd name="connsiteY16" fmla="*/ 2139123 h 2270839"/>
              <a:gd name="connsiteX17" fmla="*/ 9175897 w 12192000"/>
              <a:gd name="connsiteY17" fmla="*/ 2164345 h 2270839"/>
              <a:gd name="connsiteX18" fmla="*/ 8902033 w 12192000"/>
              <a:gd name="connsiteY18" fmla="*/ 2185364 h 2270839"/>
              <a:gd name="connsiteX19" fmla="*/ 8628169 w 12192000"/>
              <a:gd name="connsiteY19" fmla="*/ 2201828 h 2270839"/>
              <a:gd name="connsiteX20" fmla="*/ 8355533 w 12192000"/>
              <a:gd name="connsiteY20" fmla="*/ 2218994 h 2270839"/>
              <a:gd name="connsiteX21" fmla="*/ 8085353 w 12192000"/>
              <a:gd name="connsiteY21" fmla="*/ 2233356 h 2270839"/>
              <a:gd name="connsiteX22" fmla="*/ 7817629 w 12192000"/>
              <a:gd name="connsiteY22" fmla="*/ 2243515 h 2270839"/>
              <a:gd name="connsiteX23" fmla="*/ 7549905 w 12192000"/>
              <a:gd name="connsiteY23" fmla="*/ 2252273 h 2270839"/>
              <a:gd name="connsiteX24" fmla="*/ 7284638 w 12192000"/>
              <a:gd name="connsiteY24" fmla="*/ 2260680 h 2270839"/>
              <a:gd name="connsiteX25" fmla="*/ 7023055 w 12192000"/>
              <a:gd name="connsiteY25" fmla="*/ 2264534 h 2270839"/>
              <a:gd name="connsiteX26" fmla="*/ 6761472 w 12192000"/>
              <a:gd name="connsiteY26" fmla="*/ 2268737 h 2270839"/>
              <a:gd name="connsiteX27" fmla="*/ 6503573 w 12192000"/>
              <a:gd name="connsiteY27" fmla="*/ 2270839 h 2270839"/>
              <a:gd name="connsiteX28" fmla="*/ 6248130 w 12192000"/>
              <a:gd name="connsiteY28" fmla="*/ 2268737 h 2270839"/>
              <a:gd name="connsiteX29" fmla="*/ 5995144 w 12192000"/>
              <a:gd name="connsiteY29" fmla="*/ 2268737 h 2270839"/>
              <a:gd name="connsiteX30" fmla="*/ 5744613 w 12192000"/>
              <a:gd name="connsiteY30" fmla="*/ 2264534 h 2270839"/>
              <a:gd name="connsiteX31" fmla="*/ 5498995 w 12192000"/>
              <a:gd name="connsiteY31" fmla="*/ 2258228 h 2270839"/>
              <a:gd name="connsiteX32" fmla="*/ 5255834 w 12192000"/>
              <a:gd name="connsiteY32" fmla="*/ 2252273 h 2270839"/>
              <a:gd name="connsiteX33" fmla="*/ 5017584 w 12192000"/>
              <a:gd name="connsiteY33" fmla="*/ 2245617 h 2270839"/>
              <a:gd name="connsiteX34" fmla="*/ 4780562 w 12192000"/>
              <a:gd name="connsiteY34" fmla="*/ 2235458 h 2270839"/>
              <a:gd name="connsiteX35" fmla="*/ 4547227 w 12192000"/>
              <a:gd name="connsiteY35" fmla="*/ 2224598 h 2270839"/>
              <a:gd name="connsiteX36" fmla="*/ 4318800 w 12192000"/>
              <a:gd name="connsiteY36" fmla="*/ 2214790 h 2270839"/>
              <a:gd name="connsiteX37" fmla="*/ 3873004 w 12192000"/>
              <a:gd name="connsiteY37" fmla="*/ 2187115 h 2270839"/>
              <a:gd name="connsiteX38" fmla="*/ 3445628 w 12192000"/>
              <a:gd name="connsiteY38" fmla="*/ 2157690 h 2270839"/>
              <a:gd name="connsiteX39" fmla="*/ 3035446 w 12192000"/>
              <a:gd name="connsiteY39" fmla="*/ 2126862 h 2270839"/>
              <a:gd name="connsiteX40" fmla="*/ 2647370 w 12192000"/>
              <a:gd name="connsiteY40" fmla="*/ 2092883 h 2270839"/>
              <a:gd name="connsiteX41" fmla="*/ 2276487 w 12192000"/>
              <a:gd name="connsiteY41" fmla="*/ 2057501 h 2270839"/>
              <a:gd name="connsiteX42" fmla="*/ 1932621 w 12192000"/>
              <a:gd name="connsiteY42" fmla="*/ 2019318 h 2270839"/>
              <a:gd name="connsiteX43" fmla="*/ 1609634 w 12192000"/>
              <a:gd name="connsiteY43" fmla="*/ 1981835 h 2270839"/>
              <a:gd name="connsiteX44" fmla="*/ 1312435 w 12192000"/>
              <a:gd name="connsiteY44" fmla="*/ 1944352 h 2270839"/>
              <a:gd name="connsiteX45" fmla="*/ 1039799 w 12192000"/>
              <a:gd name="connsiteY45" fmla="*/ 1908971 h 2270839"/>
              <a:gd name="connsiteX46" fmla="*/ 797865 w 12192000"/>
              <a:gd name="connsiteY46" fmla="*/ 1875341 h 2270839"/>
              <a:gd name="connsiteX47" fmla="*/ 579265 w 12192000"/>
              <a:gd name="connsiteY47" fmla="*/ 1843463 h 2270839"/>
              <a:gd name="connsiteX48" fmla="*/ 395052 w 12192000"/>
              <a:gd name="connsiteY48" fmla="*/ 1816840 h 2270839"/>
              <a:gd name="connsiteX49" fmla="*/ 240312 w 12192000"/>
              <a:gd name="connsiteY49" fmla="*/ 1791617 h 2270839"/>
              <a:gd name="connsiteX50" fmla="*/ 27853 w 12192000"/>
              <a:gd name="connsiteY50" fmla="*/ 1755536 h 2270839"/>
              <a:gd name="connsiteX51" fmla="*/ 0 w 12192000"/>
              <a:gd name="connsiteY51" fmla="*/ 1750823 h 2270839"/>
              <a:gd name="connsiteX52" fmla="*/ 0 w 12192000"/>
              <a:gd name="connsiteY52" fmla="*/ 744793 h 2270839"/>
              <a:gd name="connsiteX53" fmla="*/ 0 w 12192000"/>
              <a:gd name="connsiteY53" fmla="*/ 519830 h 2270839"/>
              <a:gd name="connsiteX54" fmla="*/ 0 w 12192000"/>
              <a:gd name="connsiteY54" fmla="*/ 471948 h 2270839"/>
              <a:gd name="connsiteX55" fmla="*/ 0 w 12192000"/>
              <a:gd name="connsiteY55" fmla="*/ 213719 h 2270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000" h="2270839">
                <a:moveTo>
                  <a:pt x="0" y="0"/>
                </a:moveTo>
                <a:lnTo>
                  <a:pt x="12192000" y="0"/>
                </a:lnTo>
                <a:lnTo>
                  <a:pt x="12192000" y="213719"/>
                </a:lnTo>
                <a:lnTo>
                  <a:pt x="12192000" y="471948"/>
                </a:lnTo>
                <a:lnTo>
                  <a:pt x="12192000" y="519830"/>
                </a:lnTo>
                <a:lnTo>
                  <a:pt x="12192000" y="744793"/>
                </a:lnTo>
                <a:lnTo>
                  <a:pt x="12192000" y="1754021"/>
                </a:lnTo>
                <a:lnTo>
                  <a:pt x="11957522" y="1797923"/>
                </a:lnTo>
                <a:lnTo>
                  <a:pt x="11679973" y="1847667"/>
                </a:lnTo>
                <a:lnTo>
                  <a:pt x="11401197" y="1896360"/>
                </a:lnTo>
                <a:lnTo>
                  <a:pt x="11121192" y="1938046"/>
                </a:lnTo>
                <a:lnTo>
                  <a:pt x="10842416" y="1980083"/>
                </a:lnTo>
                <a:lnTo>
                  <a:pt x="10562411" y="2019318"/>
                </a:lnTo>
                <a:lnTo>
                  <a:pt x="10286091" y="2052947"/>
                </a:lnTo>
                <a:lnTo>
                  <a:pt x="10006086" y="2084825"/>
                </a:lnTo>
                <a:lnTo>
                  <a:pt x="9727310" y="2113901"/>
                </a:lnTo>
                <a:lnTo>
                  <a:pt x="9453445" y="2139123"/>
                </a:lnTo>
                <a:lnTo>
                  <a:pt x="9175897" y="2164345"/>
                </a:lnTo>
                <a:lnTo>
                  <a:pt x="8902033" y="2185364"/>
                </a:lnTo>
                <a:lnTo>
                  <a:pt x="8628169" y="2201828"/>
                </a:lnTo>
                <a:lnTo>
                  <a:pt x="8355533" y="2218994"/>
                </a:lnTo>
                <a:lnTo>
                  <a:pt x="8085353" y="2233356"/>
                </a:lnTo>
                <a:lnTo>
                  <a:pt x="7817629" y="2243515"/>
                </a:lnTo>
                <a:lnTo>
                  <a:pt x="7549905" y="2252273"/>
                </a:lnTo>
                <a:lnTo>
                  <a:pt x="7284638" y="2260680"/>
                </a:lnTo>
                <a:lnTo>
                  <a:pt x="7023055" y="2264534"/>
                </a:lnTo>
                <a:lnTo>
                  <a:pt x="6761472" y="2268737"/>
                </a:lnTo>
                <a:lnTo>
                  <a:pt x="6503573" y="2270839"/>
                </a:lnTo>
                <a:lnTo>
                  <a:pt x="6248130" y="2268737"/>
                </a:lnTo>
                <a:lnTo>
                  <a:pt x="5995144" y="2268737"/>
                </a:lnTo>
                <a:lnTo>
                  <a:pt x="5744613" y="2264534"/>
                </a:lnTo>
                <a:lnTo>
                  <a:pt x="5498995" y="2258228"/>
                </a:lnTo>
                <a:lnTo>
                  <a:pt x="5255834" y="2252273"/>
                </a:lnTo>
                <a:lnTo>
                  <a:pt x="5017584" y="2245617"/>
                </a:lnTo>
                <a:lnTo>
                  <a:pt x="4780562" y="2235458"/>
                </a:lnTo>
                <a:lnTo>
                  <a:pt x="4547227" y="2224598"/>
                </a:lnTo>
                <a:lnTo>
                  <a:pt x="4318800" y="2214790"/>
                </a:lnTo>
                <a:lnTo>
                  <a:pt x="3873004" y="2187115"/>
                </a:lnTo>
                <a:lnTo>
                  <a:pt x="3445628" y="2157690"/>
                </a:lnTo>
                <a:lnTo>
                  <a:pt x="3035446" y="2126862"/>
                </a:lnTo>
                <a:lnTo>
                  <a:pt x="2647370" y="2092883"/>
                </a:lnTo>
                <a:lnTo>
                  <a:pt x="2276487" y="2057501"/>
                </a:lnTo>
                <a:lnTo>
                  <a:pt x="1932621" y="2019318"/>
                </a:lnTo>
                <a:lnTo>
                  <a:pt x="1609634" y="1981835"/>
                </a:lnTo>
                <a:lnTo>
                  <a:pt x="1312435" y="1944352"/>
                </a:lnTo>
                <a:lnTo>
                  <a:pt x="1039799" y="1908971"/>
                </a:lnTo>
                <a:lnTo>
                  <a:pt x="797865" y="1875341"/>
                </a:lnTo>
                <a:lnTo>
                  <a:pt x="579265" y="1843463"/>
                </a:lnTo>
                <a:lnTo>
                  <a:pt x="395052" y="1816840"/>
                </a:lnTo>
                <a:lnTo>
                  <a:pt x="240312" y="1791617"/>
                </a:lnTo>
                <a:lnTo>
                  <a:pt x="27853" y="1755536"/>
                </a:lnTo>
                <a:lnTo>
                  <a:pt x="0" y="1750823"/>
                </a:lnTo>
                <a:lnTo>
                  <a:pt x="0" y="744793"/>
                </a:lnTo>
                <a:lnTo>
                  <a:pt x="0" y="519830"/>
                </a:lnTo>
                <a:lnTo>
                  <a:pt x="0" y="471948"/>
                </a:lnTo>
                <a:lnTo>
                  <a:pt x="0" y="213719"/>
                </a:lnTo>
                <a:close/>
              </a:path>
            </a:pathLst>
          </a:custGeom>
          <a:solidFill>
            <a:schemeClr val="tx2"/>
          </a:solidFill>
          <a:ln w="444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0A39FDC-39F4-4CB7-873B-8D786EC02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00" b="63148"/>
          <a:stretch/>
        </p:blipFill>
        <p:spPr>
          <a:xfrm>
            <a:off x="4071257" y="1"/>
            <a:ext cx="8117568" cy="2270839"/>
          </a:xfrm>
          <a:custGeom>
            <a:avLst/>
            <a:gdLst>
              <a:gd name="connsiteX0" fmla="*/ 0 w 8117568"/>
              <a:gd name="connsiteY0" fmla="*/ 0 h 2270839"/>
              <a:gd name="connsiteX1" fmla="*/ 8117568 w 8117568"/>
              <a:gd name="connsiteY1" fmla="*/ 0 h 2270839"/>
              <a:gd name="connsiteX2" fmla="*/ 8117568 w 8117568"/>
              <a:gd name="connsiteY2" fmla="*/ 1754616 h 2270839"/>
              <a:gd name="connsiteX3" fmla="*/ 7886265 w 8117568"/>
              <a:gd name="connsiteY3" fmla="*/ 1797923 h 2270839"/>
              <a:gd name="connsiteX4" fmla="*/ 7608716 w 8117568"/>
              <a:gd name="connsiteY4" fmla="*/ 1847667 h 2270839"/>
              <a:gd name="connsiteX5" fmla="*/ 7329940 w 8117568"/>
              <a:gd name="connsiteY5" fmla="*/ 1896360 h 2270839"/>
              <a:gd name="connsiteX6" fmla="*/ 7049935 w 8117568"/>
              <a:gd name="connsiteY6" fmla="*/ 1938046 h 2270839"/>
              <a:gd name="connsiteX7" fmla="*/ 6771159 w 8117568"/>
              <a:gd name="connsiteY7" fmla="*/ 1980083 h 2270839"/>
              <a:gd name="connsiteX8" fmla="*/ 6491154 w 8117568"/>
              <a:gd name="connsiteY8" fmla="*/ 2019318 h 2270839"/>
              <a:gd name="connsiteX9" fmla="*/ 6214834 w 8117568"/>
              <a:gd name="connsiteY9" fmla="*/ 2052947 h 2270839"/>
              <a:gd name="connsiteX10" fmla="*/ 5934829 w 8117568"/>
              <a:gd name="connsiteY10" fmla="*/ 2084825 h 2270839"/>
              <a:gd name="connsiteX11" fmla="*/ 5656053 w 8117568"/>
              <a:gd name="connsiteY11" fmla="*/ 2113901 h 2270839"/>
              <a:gd name="connsiteX12" fmla="*/ 5382188 w 8117568"/>
              <a:gd name="connsiteY12" fmla="*/ 2139123 h 2270839"/>
              <a:gd name="connsiteX13" fmla="*/ 5104640 w 8117568"/>
              <a:gd name="connsiteY13" fmla="*/ 2164345 h 2270839"/>
              <a:gd name="connsiteX14" fmla="*/ 4830776 w 8117568"/>
              <a:gd name="connsiteY14" fmla="*/ 2185364 h 2270839"/>
              <a:gd name="connsiteX15" fmla="*/ 4556912 w 8117568"/>
              <a:gd name="connsiteY15" fmla="*/ 2201828 h 2270839"/>
              <a:gd name="connsiteX16" fmla="*/ 4284276 w 8117568"/>
              <a:gd name="connsiteY16" fmla="*/ 2218994 h 2270839"/>
              <a:gd name="connsiteX17" fmla="*/ 4014096 w 8117568"/>
              <a:gd name="connsiteY17" fmla="*/ 2233356 h 2270839"/>
              <a:gd name="connsiteX18" fmla="*/ 3746372 w 8117568"/>
              <a:gd name="connsiteY18" fmla="*/ 2243515 h 2270839"/>
              <a:gd name="connsiteX19" fmla="*/ 3478648 w 8117568"/>
              <a:gd name="connsiteY19" fmla="*/ 2252273 h 2270839"/>
              <a:gd name="connsiteX20" fmla="*/ 3213381 w 8117568"/>
              <a:gd name="connsiteY20" fmla="*/ 2260680 h 2270839"/>
              <a:gd name="connsiteX21" fmla="*/ 2951798 w 8117568"/>
              <a:gd name="connsiteY21" fmla="*/ 2264534 h 2270839"/>
              <a:gd name="connsiteX22" fmla="*/ 2690215 w 8117568"/>
              <a:gd name="connsiteY22" fmla="*/ 2268737 h 2270839"/>
              <a:gd name="connsiteX23" fmla="*/ 2432316 w 8117568"/>
              <a:gd name="connsiteY23" fmla="*/ 2270839 h 2270839"/>
              <a:gd name="connsiteX24" fmla="*/ 2176873 w 8117568"/>
              <a:gd name="connsiteY24" fmla="*/ 2268737 h 2270839"/>
              <a:gd name="connsiteX25" fmla="*/ 1923887 w 8117568"/>
              <a:gd name="connsiteY25" fmla="*/ 2268737 h 2270839"/>
              <a:gd name="connsiteX26" fmla="*/ 1673356 w 8117568"/>
              <a:gd name="connsiteY26" fmla="*/ 2264534 h 2270839"/>
              <a:gd name="connsiteX27" fmla="*/ 1427738 w 8117568"/>
              <a:gd name="connsiteY27" fmla="*/ 2258228 h 2270839"/>
              <a:gd name="connsiteX28" fmla="*/ 1184577 w 8117568"/>
              <a:gd name="connsiteY28" fmla="*/ 2252273 h 2270839"/>
              <a:gd name="connsiteX29" fmla="*/ 946327 w 8117568"/>
              <a:gd name="connsiteY29" fmla="*/ 2245617 h 2270839"/>
              <a:gd name="connsiteX30" fmla="*/ 709305 w 8117568"/>
              <a:gd name="connsiteY30" fmla="*/ 2235458 h 2270839"/>
              <a:gd name="connsiteX31" fmla="*/ 475970 w 8117568"/>
              <a:gd name="connsiteY31" fmla="*/ 2224598 h 2270839"/>
              <a:gd name="connsiteX32" fmla="*/ 247543 w 8117568"/>
              <a:gd name="connsiteY32" fmla="*/ 2214790 h 2270839"/>
              <a:gd name="connsiteX33" fmla="*/ 0 w 8117568"/>
              <a:gd name="connsiteY33" fmla="*/ 2199423 h 2270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8117568" h="2270839">
                <a:moveTo>
                  <a:pt x="0" y="0"/>
                </a:moveTo>
                <a:lnTo>
                  <a:pt x="8117568" y="0"/>
                </a:lnTo>
                <a:lnTo>
                  <a:pt x="8117568" y="1754616"/>
                </a:lnTo>
                <a:lnTo>
                  <a:pt x="7886265" y="1797923"/>
                </a:lnTo>
                <a:lnTo>
                  <a:pt x="7608716" y="1847667"/>
                </a:lnTo>
                <a:lnTo>
                  <a:pt x="7329940" y="1896360"/>
                </a:lnTo>
                <a:lnTo>
                  <a:pt x="7049935" y="1938046"/>
                </a:lnTo>
                <a:lnTo>
                  <a:pt x="6771159" y="1980083"/>
                </a:lnTo>
                <a:lnTo>
                  <a:pt x="6491154" y="2019318"/>
                </a:lnTo>
                <a:lnTo>
                  <a:pt x="6214834" y="2052947"/>
                </a:lnTo>
                <a:lnTo>
                  <a:pt x="5934829" y="2084825"/>
                </a:lnTo>
                <a:lnTo>
                  <a:pt x="5656053" y="2113901"/>
                </a:lnTo>
                <a:lnTo>
                  <a:pt x="5382188" y="2139123"/>
                </a:lnTo>
                <a:lnTo>
                  <a:pt x="5104640" y="2164345"/>
                </a:lnTo>
                <a:lnTo>
                  <a:pt x="4830776" y="2185364"/>
                </a:lnTo>
                <a:lnTo>
                  <a:pt x="4556912" y="2201828"/>
                </a:lnTo>
                <a:lnTo>
                  <a:pt x="4284276" y="2218994"/>
                </a:lnTo>
                <a:lnTo>
                  <a:pt x="4014096" y="2233356"/>
                </a:lnTo>
                <a:lnTo>
                  <a:pt x="3746372" y="2243515"/>
                </a:lnTo>
                <a:lnTo>
                  <a:pt x="3478648" y="2252273"/>
                </a:lnTo>
                <a:lnTo>
                  <a:pt x="3213381" y="2260680"/>
                </a:lnTo>
                <a:lnTo>
                  <a:pt x="2951798" y="2264534"/>
                </a:lnTo>
                <a:lnTo>
                  <a:pt x="2690215" y="2268737"/>
                </a:lnTo>
                <a:lnTo>
                  <a:pt x="2432316" y="2270839"/>
                </a:lnTo>
                <a:lnTo>
                  <a:pt x="2176873" y="2268737"/>
                </a:lnTo>
                <a:lnTo>
                  <a:pt x="1923887" y="2268737"/>
                </a:lnTo>
                <a:lnTo>
                  <a:pt x="1673356" y="2264534"/>
                </a:lnTo>
                <a:lnTo>
                  <a:pt x="1427738" y="2258228"/>
                </a:lnTo>
                <a:lnTo>
                  <a:pt x="1184577" y="2252273"/>
                </a:lnTo>
                <a:lnTo>
                  <a:pt x="946327" y="2245617"/>
                </a:lnTo>
                <a:lnTo>
                  <a:pt x="709305" y="2235458"/>
                </a:lnTo>
                <a:lnTo>
                  <a:pt x="475970" y="2224598"/>
                </a:lnTo>
                <a:lnTo>
                  <a:pt x="247543" y="2214790"/>
                </a:lnTo>
                <a:lnTo>
                  <a:pt x="0" y="2199423"/>
                </a:lnTo>
                <a:close/>
              </a:path>
            </a:pathLst>
          </a:cu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64CF8A9-3039-2340-B3B7-807178EFF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0288" y="609600"/>
            <a:ext cx="10131425" cy="1110343"/>
          </a:xfrm>
        </p:spPr>
        <p:txBody>
          <a:bodyPr>
            <a:normAutofit/>
          </a:bodyPr>
          <a:lstStyle/>
          <a:p>
            <a:pPr algn="ctr"/>
            <a:r>
              <a:rPr lang="es-ES" dirty="0">
                <a:solidFill>
                  <a:schemeClr val="bg1"/>
                </a:solidFill>
              </a:rPr>
              <a:t>INSTALACIONES PREVIAS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3D84E1B-108A-218F-6C47-A562AB0CFEB2}"/>
              </a:ext>
            </a:extLst>
          </p:cNvPr>
          <p:cNvSpPr txBox="1"/>
          <p:nvPr/>
        </p:nvSpPr>
        <p:spPr>
          <a:xfrm>
            <a:off x="227412" y="2511106"/>
            <a:ext cx="1159856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ca-ES" dirty="0" err="1"/>
              <a:t>Instalamos</a:t>
            </a:r>
            <a:r>
              <a:rPr lang="ca-ES" dirty="0"/>
              <a:t> </a:t>
            </a:r>
            <a:r>
              <a:rPr lang="ca-ES" dirty="0" err="1"/>
              <a:t>node.js</a:t>
            </a:r>
            <a:r>
              <a:rPr lang="ca-ES" dirty="0"/>
              <a:t>, </a:t>
            </a:r>
            <a:r>
              <a:rPr lang="ca-ES" dirty="0" err="1"/>
              <a:t>descargándolo</a:t>
            </a:r>
            <a:r>
              <a:rPr lang="ca-ES" dirty="0"/>
              <a:t> </a:t>
            </a:r>
            <a:r>
              <a:rPr lang="ca-ES" dirty="0" err="1"/>
              <a:t>directamente</a:t>
            </a:r>
            <a:r>
              <a:rPr lang="ca-ES" dirty="0"/>
              <a:t> de </a:t>
            </a:r>
            <a:r>
              <a:rPr lang="ca-ES" dirty="0" err="1"/>
              <a:t>su</a:t>
            </a:r>
            <a:r>
              <a:rPr lang="ca-ES" dirty="0"/>
              <a:t> web. La </a:t>
            </a:r>
            <a:r>
              <a:rPr lang="ca-ES" dirty="0" err="1"/>
              <a:t>instalación</a:t>
            </a:r>
            <a:r>
              <a:rPr lang="ca-ES" dirty="0"/>
              <a:t> de node instal·la de forma automàtica </a:t>
            </a:r>
            <a:r>
              <a:rPr lang="ca-ES" dirty="0" err="1"/>
              <a:t>npm</a:t>
            </a:r>
            <a:r>
              <a:rPr lang="ca-ES" dirty="0"/>
              <a:t>. </a:t>
            </a:r>
            <a:br>
              <a:rPr lang="ca-ES" dirty="0"/>
            </a:br>
            <a:r>
              <a:rPr lang="ca-ES" dirty="0">
                <a:hlinkClick r:id="rId3"/>
              </a:rPr>
              <a:t>https://nodejs.org/en/download/</a:t>
            </a:r>
            <a:endParaRPr lang="ca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a-ES" dirty="0" err="1"/>
              <a:t>Creamos</a:t>
            </a:r>
            <a:r>
              <a:rPr lang="ca-ES" dirty="0"/>
              <a:t> una carpeta </a:t>
            </a:r>
            <a:r>
              <a:rPr lang="ca-ES" dirty="0" err="1"/>
              <a:t>donde</a:t>
            </a:r>
            <a:r>
              <a:rPr lang="ca-ES" dirty="0"/>
              <a:t> </a:t>
            </a:r>
            <a:r>
              <a:rPr lang="ca-ES" dirty="0" err="1"/>
              <a:t>vayamos</a:t>
            </a:r>
            <a:r>
              <a:rPr lang="ca-ES" dirty="0"/>
              <a:t> a </a:t>
            </a:r>
            <a:r>
              <a:rPr lang="ca-ES" dirty="0" err="1"/>
              <a:t>disponer</a:t>
            </a:r>
            <a:r>
              <a:rPr lang="ca-ES" dirty="0"/>
              <a:t> de </a:t>
            </a:r>
            <a:r>
              <a:rPr lang="ca-ES" dirty="0" err="1"/>
              <a:t>nuestro</a:t>
            </a:r>
            <a:r>
              <a:rPr lang="ca-ES" dirty="0"/>
              <a:t> </a:t>
            </a:r>
            <a:r>
              <a:rPr lang="ca-ES" dirty="0" err="1"/>
              <a:t>proyecto</a:t>
            </a:r>
            <a:r>
              <a:rPr lang="ca-ES" dirty="0"/>
              <a:t> de API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a-ES" dirty="0" err="1"/>
              <a:t>Abrimos</a:t>
            </a:r>
            <a:r>
              <a:rPr lang="ca-ES" dirty="0"/>
              <a:t> </a:t>
            </a:r>
            <a:r>
              <a:rPr lang="ca-ES" dirty="0" err="1"/>
              <a:t>dicha</a:t>
            </a:r>
            <a:r>
              <a:rPr lang="ca-ES" dirty="0"/>
              <a:t> carpeta en Visual Studio </a:t>
            </a:r>
            <a:r>
              <a:rPr lang="ca-ES" dirty="0" err="1"/>
              <a:t>Code</a:t>
            </a:r>
            <a:r>
              <a:rPr lang="ca-ES" dirty="0"/>
              <a:t>, </a:t>
            </a:r>
            <a:r>
              <a:rPr lang="ca-ES" dirty="0" err="1"/>
              <a:t>y</a:t>
            </a:r>
            <a:r>
              <a:rPr lang="ca-ES" dirty="0"/>
              <a:t> </a:t>
            </a:r>
            <a:r>
              <a:rPr lang="ca-ES" dirty="0" err="1"/>
              <a:t>desde</a:t>
            </a:r>
            <a:r>
              <a:rPr lang="ca-ES" dirty="0"/>
              <a:t> allí, a través de una ventana de terminal, </a:t>
            </a:r>
            <a:r>
              <a:rPr lang="ca-ES" dirty="0" err="1"/>
              <a:t>instalamos</a:t>
            </a:r>
            <a:r>
              <a:rPr lang="ca-E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ca-ES" dirty="0"/>
              <a:t>Express: </a:t>
            </a:r>
            <a:r>
              <a:rPr lang="ca-ES" dirty="0" err="1"/>
              <a:t>npm</a:t>
            </a:r>
            <a:r>
              <a:rPr lang="ca-ES" dirty="0"/>
              <a:t> </a:t>
            </a:r>
            <a:r>
              <a:rPr lang="ca-ES" dirty="0" err="1"/>
              <a:t>install</a:t>
            </a:r>
            <a:r>
              <a:rPr lang="ca-ES" dirty="0"/>
              <a:t> </a:t>
            </a:r>
            <a:r>
              <a:rPr lang="ca-ES" dirty="0" err="1"/>
              <a:t>express</a:t>
            </a:r>
            <a:endParaRPr lang="ca-E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ca-ES" dirty="0" err="1"/>
              <a:t>MySQL</a:t>
            </a:r>
            <a:r>
              <a:rPr lang="ca-ES" dirty="0">
                <a:sym typeface="Wingdings" pitchFamily="2" charset="2"/>
              </a:rPr>
              <a:t>(en caso de que </a:t>
            </a:r>
            <a:r>
              <a:rPr lang="ca-ES" dirty="0" err="1">
                <a:sym typeface="Wingdings" pitchFamily="2" charset="2"/>
              </a:rPr>
              <a:t>nuestra</a:t>
            </a:r>
            <a:r>
              <a:rPr lang="ca-ES" dirty="0">
                <a:sym typeface="Wingdings" pitchFamily="2" charset="2"/>
              </a:rPr>
              <a:t> BDD </a:t>
            </a:r>
            <a:r>
              <a:rPr lang="ca-ES" dirty="0" err="1">
                <a:sym typeface="Wingdings" pitchFamily="2" charset="2"/>
              </a:rPr>
              <a:t>sea</a:t>
            </a:r>
            <a:r>
              <a:rPr lang="ca-ES" dirty="0">
                <a:sym typeface="Wingdings" pitchFamily="2" charset="2"/>
              </a:rPr>
              <a:t> MYSQL): </a:t>
            </a:r>
            <a:r>
              <a:rPr lang="ca-ES" dirty="0" err="1">
                <a:sym typeface="Wingdings" pitchFamily="2" charset="2"/>
              </a:rPr>
              <a:t>npm</a:t>
            </a:r>
            <a:r>
              <a:rPr lang="ca-ES" dirty="0">
                <a:sym typeface="Wingdings" pitchFamily="2" charset="2"/>
              </a:rPr>
              <a:t> </a:t>
            </a:r>
            <a:r>
              <a:rPr lang="ca-ES" dirty="0" err="1">
                <a:sym typeface="Wingdings" pitchFamily="2" charset="2"/>
              </a:rPr>
              <a:t>install</a:t>
            </a:r>
            <a:r>
              <a:rPr lang="ca-ES" dirty="0">
                <a:sym typeface="Wingdings" pitchFamily="2" charset="2"/>
              </a:rPr>
              <a:t> mysql2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ca-ES" dirty="0" err="1">
                <a:sym typeface="Wingdings" pitchFamily="2" charset="2"/>
              </a:rPr>
              <a:t>PostgreSQL</a:t>
            </a:r>
            <a:r>
              <a:rPr lang="ca-ES" dirty="0">
                <a:sym typeface="Wingdings" pitchFamily="2" charset="2"/>
              </a:rPr>
              <a:t> (En caso de que </a:t>
            </a:r>
            <a:r>
              <a:rPr lang="ca-ES" dirty="0" err="1">
                <a:sym typeface="Wingdings" pitchFamily="2" charset="2"/>
              </a:rPr>
              <a:t>nuestra</a:t>
            </a:r>
            <a:r>
              <a:rPr lang="ca-ES" dirty="0">
                <a:sym typeface="Wingdings" pitchFamily="2" charset="2"/>
              </a:rPr>
              <a:t> BDD </a:t>
            </a:r>
            <a:r>
              <a:rPr lang="ca-ES" dirty="0" err="1">
                <a:sym typeface="Wingdings" pitchFamily="2" charset="2"/>
              </a:rPr>
              <a:t>sea</a:t>
            </a:r>
            <a:r>
              <a:rPr lang="ca-ES" dirty="0">
                <a:sym typeface="Wingdings" pitchFamily="2" charset="2"/>
              </a:rPr>
              <a:t> </a:t>
            </a:r>
            <a:r>
              <a:rPr lang="ca-ES" dirty="0" err="1">
                <a:sym typeface="Wingdings" pitchFamily="2" charset="2"/>
              </a:rPr>
              <a:t>PostgreSQL</a:t>
            </a:r>
            <a:r>
              <a:rPr lang="ca-ES" dirty="0">
                <a:sym typeface="Wingdings" pitchFamily="2" charset="2"/>
              </a:rPr>
              <a:t>): </a:t>
            </a:r>
            <a:r>
              <a:rPr lang="ca-ES" dirty="0" err="1">
                <a:sym typeface="Wingdings" pitchFamily="2" charset="2"/>
              </a:rPr>
              <a:t>npm</a:t>
            </a:r>
            <a:r>
              <a:rPr lang="ca-ES" dirty="0">
                <a:sym typeface="Wingdings" pitchFamily="2" charset="2"/>
              </a:rPr>
              <a:t> </a:t>
            </a:r>
            <a:r>
              <a:rPr lang="ca-ES" dirty="0" err="1">
                <a:sym typeface="Wingdings" pitchFamily="2" charset="2"/>
              </a:rPr>
              <a:t>install</a:t>
            </a:r>
            <a:r>
              <a:rPr lang="ca-ES" dirty="0">
                <a:sym typeface="Wingdings" pitchFamily="2" charset="2"/>
              </a:rPr>
              <a:t> </a:t>
            </a:r>
            <a:r>
              <a:rPr lang="ca-ES" dirty="0" err="1">
                <a:sym typeface="Wingdings" pitchFamily="2" charset="2"/>
              </a:rPr>
              <a:t>pg</a:t>
            </a:r>
            <a:endParaRPr lang="ca-ES" dirty="0">
              <a:sym typeface="Wingdings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a-ES" dirty="0" err="1">
                <a:sym typeface="Wingdings" pitchFamily="2" charset="2"/>
              </a:rPr>
              <a:t>Creamos</a:t>
            </a:r>
            <a:r>
              <a:rPr lang="ca-ES" dirty="0">
                <a:sym typeface="Wingdings" pitchFamily="2" charset="2"/>
              </a:rPr>
              <a:t> un </a:t>
            </a:r>
            <a:r>
              <a:rPr lang="ca-ES" dirty="0" err="1">
                <a:sym typeface="Wingdings" pitchFamily="2" charset="2"/>
              </a:rPr>
              <a:t>proyecto</a:t>
            </a:r>
            <a:r>
              <a:rPr lang="ca-ES" dirty="0">
                <a:sym typeface="Wingdings" pitchFamily="2" charset="2"/>
              </a:rPr>
              <a:t> </a:t>
            </a:r>
            <a:r>
              <a:rPr lang="ca-ES" dirty="0" err="1">
                <a:sym typeface="Wingdings" pitchFamily="2" charset="2"/>
              </a:rPr>
              <a:t>nuevo</a:t>
            </a:r>
            <a:r>
              <a:rPr lang="ca-ES" dirty="0">
                <a:sym typeface="Wingdings" pitchFamily="2" charset="2"/>
              </a:rPr>
              <a:t> de </a:t>
            </a:r>
            <a:r>
              <a:rPr lang="ca-ES" dirty="0" err="1">
                <a:sym typeface="Wingdings" pitchFamily="2" charset="2"/>
              </a:rPr>
              <a:t>express</a:t>
            </a:r>
            <a:r>
              <a:rPr lang="ca-ES" dirty="0">
                <a:sym typeface="Wingdings" pitchFamily="2" charset="2"/>
              </a:rPr>
              <a:t>, </a:t>
            </a:r>
            <a:r>
              <a:rPr lang="ca-ES" dirty="0" err="1">
                <a:sym typeface="Wingdings" pitchFamily="2" charset="2"/>
              </a:rPr>
              <a:t>desde</a:t>
            </a:r>
            <a:r>
              <a:rPr lang="ca-ES" dirty="0">
                <a:sym typeface="Wingdings" pitchFamily="2" charset="2"/>
              </a:rPr>
              <a:t> la ruta de la carpeta creada en el punto 2: </a:t>
            </a:r>
            <a:r>
              <a:rPr lang="ca-ES" dirty="0" err="1">
                <a:sym typeface="Wingdings" pitchFamily="2" charset="2"/>
              </a:rPr>
              <a:t>npm</a:t>
            </a:r>
            <a:r>
              <a:rPr lang="ca-ES" dirty="0">
                <a:sym typeface="Wingdings" pitchFamily="2" charset="2"/>
              </a:rPr>
              <a:t> </a:t>
            </a:r>
            <a:r>
              <a:rPr lang="ca-ES" dirty="0" err="1">
                <a:sym typeface="Wingdings" pitchFamily="2" charset="2"/>
              </a:rPr>
              <a:t>init</a:t>
            </a:r>
            <a:r>
              <a:rPr lang="ca-ES" dirty="0">
                <a:sym typeface="Wingdings" pitchFamily="2" charset="2"/>
              </a:rPr>
              <a:t> -y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9EA769F1-CF22-451A-03AA-AA6CFCA26F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086" y="4921763"/>
            <a:ext cx="6179457" cy="1833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1377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1EB41F2-E181-4D4D-9131-A30F6B0AE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D63CC92-C517-4C71-9222-4579252CD6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70839"/>
          </a:xfrm>
          <a:custGeom>
            <a:avLst/>
            <a:gdLst>
              <a:gd name="connsiteX0" fmla="*/ 0 w 12192000"/>
              <a:gd name="connsiteY0" fmla="*/ 0 h 2270839"/>
              <a:gd name="connsiteX1" fmla="*/ 12192000 w 12192000"/>
              <a:gd name="connsiteY1" fmla="*/ 0 h 2270839"/>
              <a:gd name="connsiteX2" fmla="*/ 12192000 w 12192000"/>
              <a:gd name="connsiteY2" fmla="*/ 213719 h 2270839"/>
              <a:gd name="connsiteX3" fmla="*/ 12192000 w 12192000"/>
              <a:gd name="connsiteY3" fmla="*/ 471948 h 2270839"/>
              <a:gd name="connsiteX4" fmla="*/ 12192000 w 12192000"/>
              <a:gd name="connsiteY4" fmla="*/ 519830 h 2270839"/>
              <a:gd name="connsiteX5" fmla="*/ 12192000 w 12192000"/>
              <a:gd name="connsiteY5" fmla="*/ 744793 h 2270839"/>
              <a:gd name="connsiteX6" fmla="*/ 12192000 w 12192000"/>
              <a:gd name="connsiteY6" fmla="*/ 1754021 h 2270839"/>
              <a:gd name="connsiteX7" fmla="*/ 11957522 w 12192000"/>
              <a:gd name="connsiteY7" fmla="*/ 1797923 h 2270839"/>
              <a:gd name="connsiteX8" fmla="*/ 11679973 w 12192000"/>
              <a:gd name="connsiteY8" fmla="*/ 1847667 h 2270839"/>
              <a:gd name="connsiteX9" fmla="*/ 11401197 w 12192000"/>
              <a:gd name="connsiteY9" fmla="*/ 1896360 h 2270839"/>
              <a:gd name="connsiteX10" fmla="*/ 11121192 w 12192000"/>
              <a:gd name="connsiteY10" fmla="*/ 1938046 h 2270839"/>
              <a:gd name="connsiteX11" fmla="*/ 10842416 w 12192000"/>
              <a:gd name="connsiteY11" fmla="*/ 1980083 h 2270839"/>
              <a:gd name="connsiteX12" fmla="*/ 10562411 w 12192000"/>
              <a:gd name="connsiteY12" fmla="*/ 2019318 h 2270839"/>
              <a:gd name="connsiteX13" fmla="*/ 10286091 w 12192000"/>
              <a:gd name="connsiteY13" fmla="*/ 2052947 h 2270839"/>
              <a:gd name="connsiteX14" fmla="*/ 10006086 w 12192000"/>
              <a:gd name="connsiteY14" fmla="*/ 2084825 h 2270839"/>
              <a:gd name="connsiteX15" fmla="*/ 9727310 w 12192000"/>
              <a:gd name="connsiteY15" fmla="*/ 2113901 h 2270839"/>
              <a:gd name="connsiteX16" fmla="*/ 9453445 w 12192000"/>
              <a:gd name="connsiteY16" fmla="*/ 2139123 h 2270839"/>
              <a:gd name="connsiteX17" fmla="*/ 9175897 w 12192000"/>
              <a:gd name="connsiteY17" fmla="*/ 2164345 h 2270839"/>
              <a:gd name="connsiteX18" fmla="*/ 8902033 w 12192000"/>
              <a:gd name="connsiteY18" fmla="*/ 2185364 h 2270839"/>
              <a:gd name="connsiteX19" fmla="*/ 8628169 w 12192000"/>
              <a:gd name="connsiteY19" fmla="*/ 2201828 h 2270839"/>
              <a:gd name="connsiteX20" fmla="*/ 8355533 w 12192000"/>
              <a:gd name="connsiteY20" fmla="*/ 2218994 h 2270839"/>
              <a:gd name="connsiteX21" fmla="*/ 8085353 w 12192000"/>
              <a:gd name="connsiteY21" fmla="*/ 2233356 h 2270839"/>
              <a:gd name="connsiteX22" fmla="*/ 7817629 w 12192000"/>
              <a:gd name="connsiteY22" fmla="*/ 2243515 h 2270839"/>
              <a:gd name="connsiteX23" fmla="*/ 7549905 w 12192000"/>
              <a:gd name="connsiteY23" fmla="*/ 2252273 h 2270839"/>
              <a:gd name="connsiteX24" fmla="*/ 7284638 w 12192000"/>
              <a:gd name="connsiteY24" fmla="*/ 2260680 h 2270839"/>
              <a:gd name="connsiteX25" fmla="*/ 7023055 w 12192000"/>
              <a:gd name="connsiteY25" fmla="*/ 2264534 h 2270839"/>
              <a:gd name="connsiteX26" fmla="*/ 6761472 w 12192000"/>
              <a:gd name="connsiteY26" fmla="*/ 2268737 h 2270839"/>
              <a:gd name="connsiteX27" fmla="*/ 6503573 w 12192000"/>
              <a:gd name="connsiteY27" fmla="*/ 2270839 h 2270839"/>
              <a:gd name="connsiteX28" fmla="*/ 6248130 w 12192000"/>
              <a:gd name="connsiteY28" fmla="*/ 2268737 h 2270839"/>
              <a:gd name="connsiteX29" fmla="*/ 5995144 w 12192000"/>
              <a:gd name="connsiteY29" fmla="*/ 2268737 h 2270839"/>
              <a:gd name="connsiteX30" fmla="*/ 5744613 w 12192000"/>
              <a:gd name="connsiteY30" fmla="*/ 2264534 h 2270839"/>
              <a:gd name="connsiteX31" fmla="*/ 5498995 w 12192000"/>
              <a:gd name="connsiteY31" fmla="*/ 2258228 h 2270839"/>
              <a:gd name="connsiteX32" fmla="*/ 5255834 w 12192000"/>
              <a:gd name="connsiteY32" fmla="*/ 2252273 h 2270839"/>
              <a:gd name="connsiteX33" fmla="*/ 5017584 w 12192000"/>
              <a:gd name="connsiteY33" fmla="*/ 2245617 h 2270839"/>
              <a:gd name="connsiteX34" fmla="*/ 4780562 w 12192000"/>
              <a:gd name="connsiteY34" fmla="*/ 2235458 h 2270839"/>
              <a:gd name="connsiteX35" fmla="*/ 4547227 w 12192000"/>
              <a:gd name="connsiteY35" fmla="*/ 2224598 h 2270839"/>
              <a:gd name="connsiteX36" fmla="*/ 4318800 w 12192000"/>
              <a:gd name="connsiteY36" fmla="*/ 2214790 h 2270839"/>
              <a:gd name="connsiteX37" fmla="*/ 3873004 w 12192000"/>
              <a:gd name="connsiteY37" fmla="*/ 2187115 h 2270839"/>
              <a:gd name="connsiteX38" fmla="*/ 3445628 w 12192000"/>
              <a:gd name="connsiteY38" fmla="*/ 2157690 h 2270839"/>
              <a:gd name="connsiteX39" fmla="*/ 3035446 w 12192000"/>
              <a:gd name="connsiteY39" fmla="*/ 2126862 h 2270839"/>
              <a:gd name="connsiteX40" fmla="*/ 2647370 w 12192000"/>
              <a:gd name="connsiteY40" fmla="*/ 2092883 h 2270839"/>
              <a:gd name="connsiteX41" fmla="*/ 2276487 w 12192000"/>
              <a:gd name="connsiteY41" fmla="*/ 2057501 h 2270839"/>
              <a:gd name="connsiteX42" fmla="*/ 1932621 w 12192000"/>
              <a:gd name="connsiteY42" fmla="*/ 2019318 h 2270839"/>
              <a:gd name="connsiteX43" fmla="*/ 1609634 w 12192000"/>
              <a:gd name="connsiteY43" fmla="*/ 1981835 h 2270839"/>
              <a:gd name="connsiteX44" fmla="*/ 1312435 w 12192000"/>
              <a:gd name="connsiteY44" fmla="*/ 1944352 h 2270839"/>
              <a:gd name="connsiteX45" fmla="*/ 1039799 w 12192000"/>
              <a:gd name="connsiteY45" fmla="*/ 1908971 h 2270839"/>
              <a:gd name="connsiteX46" fmla="*/ 797865 w 12192000"/>
              <a:gd name="connsiteY46" fmla="*/ 1875341 h 2270839"/>
              <a:gd name="connsiteX47" fmla="*/ 579265 w 12192000"/>
              <a:gd name="connsiteY47" fmla="*/ 1843463 h 2270839"/>
              <a:gd name="connsiteX48" fmla="*/ 395052 w 12192000"/>
              <a:gd name="connsiteY48" fmla="*/ 1816840 h 2270839"/>
              <a:gd name="connsiteX49" fmla="*/ 240312 w 12192000"/>
              <a:gd name="connsiteY49" fmla="*/ 1791617 h 2270839"/>
              <a:gd name="connsiteX50" fmla="*/ 27853 w 12192000"/>
              <a:gd name="connsiteY50" fmla="*/ 1755536 h 2270839"/>
              <a:gd name="connsiteX51" fmla="*/ 0 w 12192000"/>
              <a:gd name="connsiteY51" fmla="*/ 1750823 h 2270839"/>
              <a:gd name="connsiteX52" fmla="*/ 0 w 12192000"/>
              <a:gd name="connsiteY52" fmla="*/ 744793 h 2270839"/>
              <a:gd name="connsiteX53" fmla="*/ 0 w 12192000"/>
              <a:gd name="connsiteY53" fmla="*/ 519830 h 2270839"/>
              <a:gd name="connsiteX54" fmla="*/ 0 w 12192000"/>
              <a:gd name="connsiteY54" fmla="*/ 471948 h 2270839"/>
              <a:gd name="connsiteX55" fmla="*/ 0 w 12192000"/>
              <a:gd name="connsiteY55" fmla="*/ 213719 h 2270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000" h="2270839">
                <a:moveTo>
                  <a:pt x="0" y="0"/>
                </a:moveTo>
                <a:lnTo>
                  <a:pt x="12192000" y="0"/>
                </a:lnTo>
                <a:lnTo>
                  <a:pt x="12192000" y="213719"/>
                </a:lnTo>
                <a:lnTo>
                  <a:pt x="12192000" y="471948"/>
                </a:lnTo>
                <a:lnTo>
                  <a:pt x="12192000" y="519830"/>
                </a:lnTo>
                <a:lnTo>
                  <a:pt x="12192000" y="744793"/>
                </a:lnTo>
                <a:lnTo>
                  <a:pt x="12192000" y="1754021"/>
                </a:lnTo>
                <a:lnTo>
                  <a:pt x="11957522" y="1797923"/>
                </a:lnTo>
                <a:lnTo>
                  <a:pt x="11679973" y="1847667"/>
                </a:lnTo>
                <a:lnTo>
                  <a:pt x="11401197" y="1896360"/>
                </a:lnTo>
                <a:lnTo>
                  <a:pt x="11121192" y="1938046"/>
                </a:lnTo>
                <a:lnTo>
                  <a:pt x="10842416" y="1980083"/>
                </a:lnTo>
                <a:lnTo>
                  <a:pt x="10562411" y="2019318"/>
                </a:lnTo>
                <a:lnTo>
                  <a:pt x="10286091" y="2052947"/>
                </a:lnTo>
                <a:lnTo>
                  <a:pt x="10006086" y="2084825"/>
                </a:lnTo>
                <a:lnTo>
                  <a:pt x="9727310" y="2113901"/>
                </a:lnTo>
                <a:lnTo>
                  <a:pt x="9453445" y="2139123"/>
                </a:lnTo>
                <a:lnTo>
                  <a:pt x="9175897" y="2164345"/>
                </a:lnTo>
                <a:lnTo>
                  <a:pt x="8902033" y="2185364"/>
                </a:lnTo>
                <a:lnTo>
                  <a:pt x="8628169" y="2201828"/>
                </a:lnTo>
                <a:lnTo>
                  <a:pt x="8355533" y="2218994"/>
                </a:lnTo>
                <a:lnTo>
                  <a:pt x="8085353" y="2233356"/>
                </a:lnTo>
                <a:lnTo>
                  <a:pt x="7817629" y="2243515"/>
                </a:lnTo>
                <a:lnTo>
                  <a:pt x="7549905" y="2252273"/>
                </a:lnTo>
                <a:lnTo>
                  <a:pt x="7284638" y="2260680"/>
                </a:lnTo>
                <a:lnTo>
                  <a:pt x="7023055" y="2264534"/>
                </a:lnTo>
                <a:lnTo>
                  <a:pt x="6761472" y="2268737"/>
                </a:lnTo>
                <a:lnTo>
                  <a:pt x="6503573" y="2270839"/>
                </a:lnTo>
                <a:lnTo>
                  <a:pt x="6248130" y="2268737"/>
                </a:lnTo>
                <a:lnTo>
                  <a:pt x="5995144" y="2268737"/>
                </a:lnTo>
                <a:lnTo>
                  <a:pt x="5744613" y="2264534"/>
                </a:lnTo>
                <a:lnTo>
                  <a:pt x="5498995" y="2258228"/>
                </a:lnTo>
                <a:lnTo>
                  <a:pt x="5255834" y="2252273"/>
                </a:lnTo>
                <a:lnTo>
                  <a:pt x="5017584" y="2245617"/>
                </a:lnTo>
                <a:lnTo>
                  <a:pt x="4780562" y="2235458"/>
                </a:lnTo>
                <a:lnTo>
                  <a:pt x="4547227" y="2224598"/>
                </a:lnTo>
                <a:lnTo>
                  <a:pt x="4318800" y="2214790"/>
                </a:lnTo>
                <a:lnTo>
                  <a:pt x="3873004" y="2187115"/>
                </a:lnTo>
                <a:lnTo>
                  <a:pt x="3445628" y="2157690"/>
                </a:lnTo>
                <a:lnTo>
                  <a:pt x="3035446" y="2126862"/>
                </a:lnTo>
                <a:lnTo>
                  <a:pt x="2647370" y="2092883"/>
                </a:lnTo>
                <a:lnTo>
                  <a:pt x="2276487" y="2057501"/>
                </a:lnTo>
                <a:lnTo>
                  <a:pt x="1932621" y="2019318"/>
                </a:lnTo>
                <a:lnTo>
                  <a:pt x="1609634" y="1981835"/>
                </a:lnTo>
                <a:lnTo>
                  <a:pt x="1312435" y="1944352"/>
                </a:lnTo>
                <a:lnTo>
                  <a:pt x="1039799" y="1908971"/>
                </a:lnTo>
                <a:lnTo>
                  <a:pt x="797865" y="1875341"/>
                </a:lnTo>
                <a:lnTo>
                  <a:pt x="579265" y="1843463"/>
                </a:lnTo>
                <a:lnTo>
                  <a:pt x="395052" y="1816840"/>
                </a:lnTo>
                <a:lnTo>
                  <a:pt x="240312" y="1791617"/>
                </a:lnTo>
                <a:lnTo>
                  <a:pt x="27853" y="1755536"/>
                </a:lnTo>
                <a:lnTo>
                  <a:pt x="0" y="1750823"/>
                </a:lnTo>
                <a:lnTo>
                  <a:pt x="0" y="744793"/>
                </a:lnTo>
                <a:lnTo>
                  <a:pt x="0" y="519830"/>
                </a:lnTo>
                <a:lnTo>
                  <a:pt x="0" y="471948"/>
                </a:lnTo>
                <a:lnTo>
                  <a:pt x="0" y="213719"/>
                </a:lnTo>
                <a:close/>
              </a:path>
            </a:pathLst>
          </a:custGeom>
          <a:solidFill>
            <a:schemeClr val="tx2"/>
          </a:solidFill>
          <a:ln w="444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0A39FDC-39F4-4CB7-873B-8D786EC02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00" b="63148"/>
          <a:stretch/>
        </p:blipFill>
        <p:spPr>
          <a:xfrm>
            <a:off x="4071257" y="1"/>
            <a:ext cx="8117568" cy="2270839"/>
          </a:xfrm>
          <a:custGeom>
            <a:avLst/>
            <a:gdLst>
              <a:gd name="connsiteX0" fmla="*/ 0 w 8117568"/>
              <a:gd name="connsiteY0" fmla="*/ 0 h 2270839"/>
              <a:gd name="connsiteX1" fmla="*/ 8117568 w 8117568"/>
              <a:gd name="connsiteY1" fmla="*/ 0 h 2270839"/>
              <a:gd name="connsiteX2" fmla="*/ 8117568 w 8117568"/>
              <a:gd name="connsiteY2" fmla="*/ 1754616 h 2270839"/>
              <a:gd name="connsiteX3" fmla="*/ 7886265 w 8117568"/>
              <a:gd name="connsiteY3" fmla="*/ 1797923 h 2270839"/>
              <a:gd name="connsiteX4" fmla="*/ 7608716 w 8117568"/>
              <a:gd name="connsiteY4" fmla="*/ 1847667 h 2270839"/>
              <a:gd name="connsiteX5" fmla="*/ 7329940 w 8117568"/>
              <a:gd name="connsiteY5" fmla="*/ 1896360 h 2270839"/>
              <a:gd name="connsiteX6" fmla="*/ 7049935 w 8117568"/>
              <a:gd name="connsiteY6" fmla="*/ 1938046 h 2270839"/>
              <a:gd name="connsiteX7" fmla="*/ 6771159 w 8117568"/>
              <a:gd name="connsiteY7" fmla="*/ 1980083 h 2270839"/>
              <a:gd name="connsiteX8" fmla="*/ 6491154 w 8117568"/>
              <a:gd name="connsiteY8" fmla="*/ 2019318 h 2270839"/>
              <a:gd name="connsiteX9" fmla="*/ 6214834 w 8117568"/>
              <a:gd name="connsiteY9" fmla="*/ 2052947 h 2270839"/>
              <a:gd name="connsiteX10" fmla="*/ 5934829 w 8117568"/>
              <a:gd name="connsiteY10" fmla="*/ 2084825 h 2270839"/>
              <a:gd name="connsiteX11" fmla="*/ 5656053 w 8117568"/>
              <a:gd name="connsiteY11" fmla="*/ 2113901 h 2270839"/>
              <a:gd name="connsiteX12" fmla="*/ 5382188 w 8117568"/>
              <a:gd name="connsiteY12" fmla="*/ 2139123 h 2270839"/>
              <a:gd name="connsiteX13" fmla="*/ 5104640 w 8117568"/>
              <a:gd name="connsiteY13" fmla="*/ 2164345 h 2270839"/>
              <a:gd name="connsiteX14" fmla="*/ 4830776 w 8117568"/>
              <a:gd name="connsiteY14" fmla="*/ 2185364 h 2270839"/>
              <a:gd name="connsiteX15" fmla="*/ 4556912 w 8117568"/>
              <a:gd name="connsiteY15" fmla="*/ 2201828 h 2270839"/>
              <a:gd name="connsiteX16" fmla="*/ 4284276 w 8117568"/>
              <a:gd name="connsiteY16" fmla="*/ 2218994 h 2270839"/>
              <a:gd name="connsiteX17" fmla="*/ 4014096 w 8117568"/>
              <a:gd name="connsiteY17" fmla="*/ 2233356 h 2270839"/>
              <a:gd name="connsiteX18" fmla="*/ 3746372 w 8117568"/>
              <a:gd name="connsiteY18" fmla="*/ 2243515 h 2270839"/>
              <a:gd name="connsiteX19" fmla="*/ 3478648 w 8117568"/>
              <a:gd name="connsiteY19" fmla="*/ 2252273 h 2270839"/>
              <a:gd name="connsiteX20" fmla="*/ 3213381 w 8117568"/>
              <a:gd name="connsiteY20" fmla="*/ 2260680 h 2270839"/>
              <a:gd name="connsiteX21" fmla="*/ 2951798 w 8117568"/>
              <a:gd name="connsiteY21" fmla="*/ 2264534 h 2270839"/>
              <a:gd name="connsiteX22" fmla="*/ 2690215 w 8117568"/>
              <a:gd name="connsiteY22" fmla="*/ 2268737 h 2270839"/>
              <a:gd name="connsiteX23" fmla="*/ 2432316 w 8117568"/>
              <a:gd name="connsiteY23" fmla="*/ 2270839 h 2270839"/>
              <a:gd name="connsiteX24" fmla="*/ 2176873 w 8117568"/>
              <a:gd name="connsiteY24" fmla="*/ 2268737 h 2270839"/>
              <a:gd name="connsiteX25" fmla="*/ 1923887 w 8117568"/>
              <a:gd name="connsiteY25" fmla="*/ 2268737 h 2270839"/>
              <a:gd name="connsiteX26" fmla="*/ 1673356 w 8117568"/>
              <a:gd name="connsiteY26" fmla="*/ 2264534 h 2270839"/>
              <a:gd name="connsiteX27" fmla="*/ 1427738 w 8117568"/>
              <a:gd name="connsiteY27" fmla="*/ 2258228 h 2270839"/>
              <a:gd name="connsiteX28" fmla="*/ 1184577 w 8117568"/>
              <a:gd name="connsiteY28" fmla="*/ 2252273 h 2270839"/>
              <a:gd name="connsiteX29" fmla="*/ 946327 w 8117568"/>
              <a:gd name="connsiteY29" fmla="*/ 2245617 h 2270839"/>
              <a:gd name="connsiteX30" fmla="*/ 709305 w 8117568"/>
              <a:gd name="connsiteY30" fmla="*/ 2235458 h 2270839"/>
              <a:gd name="connsiteX31" fmla="*/ 475970 w 8117568"/>
              <a:gd name="connsiteY31" fmla="*/ 2224598 h 2270839"/>
              <a:gd name="connsiteX32" fmla="*/ 247543 w 8117568"/>
              <a:gd name="connsiteY32" fmla="*/ 2214790 h 2270839"/>
              <a:gd name="connsiteX33" fmla="*/ 0 w 8117568"/>
              <a:gd name="connsiteY33" fmla="*/ 2199423 h 2270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8117568" h="2270839">
                <a:moveTo>
                  <a:pt x="0" y="0"/>
                </a:moveTo>
                <a:lnTo>
                  <a:pt x="8117568" y="0"/>
                </a:lnTo>
                <a:lnTo>
                  <a:pt x="8117568" y="1754616"/>
                </a:lnTo>
                <a:lnTo>
                  <a:pt x="7886265" y="1797923"/>
                </a:lnTo>
                <a:lnTo>
                  <a:pt x="7608716" y="1847667"/>
                </a:lnTo>
                <a:lnTo>
                  <a:pt x="7329940" y="1896360"/>
                </a:lnTo>
                <a:lnTo>
                  <a:pt x="7049935" y="1938046"/>
                </a:lnTo>
                <a:lnTo>
                  <a:pt x="6771159" y="1980083"/>
                </a:lnTo>
                <a:lnTo>
                  <a:pt x="6491154" y="2019318"/>
                </a:lnTo>
                <a:lnTo>
                  <a:pt x="6214834" y="2052947"/>
                </a:lnTo>
                <a:lnTo>
                  <a:pt x="5934829" y="2084825"/>
                </a:lnTo>
                <a:lnTo>
                  <a:pt x="5656053" y="2113901"/>
                </a:lnTo>
                <a:lnTo>
                  <a:pt x="5382188" y="2139123"/>
                </a:lnTo>
                <a:lnTo>
                  <a:pt x="5104640" y="2164345"/>
                </a:lnTo>
                <a:lnTo>
                  <a:pt x="4830776" y="2185364"/>
                </a:lnTo>
                <a:lnTo>
                  <a:pt x="4556912" y="2201828"/>
                </a:lnTo>
                <a:lnTo>
                  <a:pt x="4284276" y="2218994"/>
                </a:lnTo>
                <a:lnTo>
                  <a:pt x="4014096" y="2233356"/>
                </a:lnTo>
                <a:lnTo>
                  <a:pt x="3746372" y="2243515"/>
                </a:lnTo>
                <a:lnTo>
                  <a:pt x="3478648" y="2252273"/>
                </a:lnTo>
                <a:lnTo>
                  <a:pt x="3213381" y="2260680"/>
                </a:lnTo>
                <a:lnTo>
                  <a:pt x="2951798" y="2264534"/>
                </a:lnTo>
                <a:lnTo>
                  <a:pt x="2690215" y="2268737"/>
                </a:lnTo>
                <a:lnTo>
                  <a:pt x="2432316" y="2270839"/>
                </a:lnTo>
                <a:lnTo>
                  <a:pt x="2176873" y="2268737"/>
                </a:lnTo>
                <a:lnTo>
                  <a:pt x="1923887" y="2268737"/>
                </a:lnTo>
                <a:lnTo>
                  <a:pt x="1673356" y="2264534"/>
                </a:lnTo>
                <a:lnTo>
                  <a:pt x="1427738" y="2258228"/>
                </a:lnTo>
                <a:lnTo>
                  <a:pt x="1184577" y="2252273"/>
                </a:lnTo>
                <a:lnTo>
                  <a:pt x="946327" y="2245617"/>
                </a:lnTo>
                <a:lnTo>
                  <a:pt x="709305" y="2235458"/>
                </a:lnTo>
                <a:lnTo>
                  <a:pt x="475970" y="2224598"/>
                </a:lnTo>
                <a:lnTo>
                  <a:pt x="247543" y="2214790"/>
                </a:lnTo>
                <a:lnTo>
                  <a:pt x="0" y="2199423"/>
                </a:lnTo>
                <a:close/>
              </a:path>
            </a:pathLst>
          </a:cu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64CF8A9-3039-2340-B3B7-807178EFF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0288" y="609600"/>
            <a:ext cx="10131425" cy="1110343"/>
          </a:xfrm>
        </p:spPr>
        <p:txBody>
          <a:bodyPr>
            <a:normAutofit/>
          </a:bodyPr>
          <a:lstStyle/>
          <a:p>
            <a:pPr algn="ctr"/>
            <a:r>
              <a:rPr lang="es-ES" dirty="0">
                <a:solidFill>
                  <a:schemeClr val="bg1"/>
                </a:solidFill>
              </a:rPr>
              <a:t>CREACIÓN DE LA API: CONFIGURACIÓN</a:t>
            </a:r>
          </a:p>
        </p:txBody>
      </p:sp>
      <p:pic>
        <p:nvPicPr>
          <p:cNvPr id="5" name="Imagen 4" descr="Texto&#10;&#10;Descripción generada automáticamente">
            <a:extLst>
              <a:ext uri="{FF2B5EF4-FFF2-40B4-BE49-F238E27FC236}">
                <a16:creationId xmlns:a16="http://schemas.microsoft.com/office/drawing/2014/main" id="{442F434D-6134-E4C0-8A2F-F0273FDBB7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079" y="2459815"/>
            <a:ext cx="7772400" cy="4209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7004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1EB41F2-E181-4D4D-9131-A30F6B0AE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D63CC92-C517-4C71-9222-4579252CD6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70839"/>
          </a:xfrm>
          <a:custGeom>
            <a:avLst/>
            <a:gdLst>
              <a:gd name="connsiteX0" fmla="*/ 0 w 12192000"/>
              <a:gd name="connsiteY0" fmla="*/ 0 h 2270839"/>
              <a:gd name="connsiteX1" fmla="*/ 12192000 w 12192000"/>
              <a:gd name="connsiteY1" fmla="*/ 0 h 2270839"/>
              <a:gd name="connsiteX2" fmla="*/ 12192000 w 12192000"/>
              <a:gd name="connsiteY2" fmla="*/ 213719 h 2270839"/>
              <a:gd name="connsiteX3" fmla="*/ 12192000 w 12192000"/>
              <a:gd name="connsiteY3" fmla="*/ 471948 h 2270839"/>
              <a:gd name="connsiteX4" fmla="*/ 12192000 w 12192000"/>
              <a:gd name="connsiteY4" fmla="*/ 519830 h 2270839"/>
              <a:gd name="connsiteX5" fmla="*/ 12192000 w 12192000"/>
              <a:gd name="connsiteY5" fmla="*/ 744793 h 2270839"/>
              <a:gd name="connsiteX6" fmla="*/ 12192000 w 12192000"/>
              <a:gd name="connsiteY6" fmla="*/ 1754021 h 2270839"/>
              <a:gd name="connsiteX7" fmla="*/ 11957522 w 12192000"/>
              <a:gd name="connsiteY7" fmla="*/ 1797923 h 2270839"/>
              <a:gd name="connsiteX8" fmla="*/ 11679973 w 12192000"/>
              <a:gd name="connsiteY8" fmla="*/ 1847667 h 2270839"/>
              <a:gd name="connsiteX9" fmla="*/ 11401197 w 12192000"/>
              <a:gd name="connsiteY9" fmla="*/ 1896360 h 2270839"/>
              <a:gd name="connsiteX10" fmla="*/ 11121192 w 12192000"/>
              <a:gd name="connsiteY10" fmla="*/ 1938046 h 2270839"/>
              <a:gd name="connsiteX11" fmla="*/ 10842416 w 12192000"/>
              <a:gd name="connsiteY11" fmla="*/ 1980083 h 2270839"/>
              <a:gd name="connsiteX12" fmla="*/ 10562411 w 12192000"/>
              <a:gd name="connsiteY12" fmla="*/ 2019318 h 2270839"/>
              <a:gd name="connsiteX13" fmla="*/ 10286091 w 12192000"/>
              <a:gd name="connsiteY13" fmla="*/ 2052947 h 2270839"/>
              <a:gd name="connsiteX14" fmla="*/ 10006086 w 12192000"/>
              <a:gd name="connsiteY14" fmla="*/ 2084825 h 2270839"/>
              <a:gd name="connsiteX15" fmla="*/ 9727310 w 12192000"/>
              <a:gd name="connsiteY15" fmla="*/ 2113901 h 2270839"/>
              <a:gd name="connsiteX16" fmla="*/ 9453445 w 12192000"/>
              <a:gd name="connsiteY16" fmla="*/ 2139123 h 2270839"/>
              <a:gd name="connsiteX17" fmla="*/ 9175897 w 12192000"/>
              <a:gd name="connsiteY17" fmla="*/ 2164345 h 2270839"/>
              <a:gd name="connsiteX18" fmla="*/ 8902033 w 12192000"/>
              <a:gd name="connsiteY18" fmla="*/ 2185364 h 2270839"/>
              <a:gd name="connsiteX19" fmla="*/ 8628169 w 12192000"/>
              <a:gd name="connsiteY19" fmla="*/ 2201828 h 2270839"/>
              <a:gd name="connsiteX20" fmla="*/ 8355533 w 12192000"/>
              <a:gd name="connsiteY20" fmla="*/ 2218994 h 2270839"/>
              <a:gd name="connsiteX21" fmla="*/ 8085353 w 12192000"/>
              <a:gd name="connsiteY21" fmla="*/ 2233356 h 2270839"/>
              <a:gd name="connsiteX22" fmla="*/ 7817629 w 12192000"/>
              <a:gd name="connsiteY22" fmla="*/ 2243515 h 2270839"/>
              <a:gd name="connsiteX23" fmla="*/ 7549905 w 12192000"/>
              <a:gd name="connsiteY23" fmla="*/ 2252273 h 2270839"/>
              <a:gd name="connsiteX24" fmla="*/ 7284638 w 12192000"/>
              <a:gd name="connsiteY24" fmla="*/ 2260680 h 2270839"/>
              <a:gd name="connsiteX25" fmla="*/ 7023055 w 12192000"/>
              <a:gd name="connsiteY25" fmla="*/ 2264534 h 2270839"/>
              <a:gd name="connsiteX26" fmla="*/ 6761472 w 12192000"/>
              <a:gd name="connsiteY26" fmla="*/ 2268737 h 2270839"/>
              <a:gd name="connsiteX27" fmla="*/ 6503573 w 12192000"/>
              <a:gd name="connsiteY27" fmla="*/ 2270839 h 2270839"/>
              <a:gd name="connsiteX28" fmla="*/ 6248130 w 12192000"/>
              <a:gd name="connsiteY28" fmla="*/ 2268737 h 2270839"/>
              <a:gd name="connsiteX29" fmla="*/ 5995144 w 12192000"/>
              <a:gd name="connsiteY29" fmla="*/ 2268737 h 2270839"/>
              <a:gd name="connsiteX30" fmla="*/ 5744613 w 12192000"/>
              <a:gd name="connsiteY30" fmla="*/ 2264534 h 2270839"/>
              <a:gd name="connsiteX31" fmla="*/ 5498995 w 12192000"/>
              <a:gd name="connsiteY31" fmla="*/ 2258228 h 2270839"/>
              <a:gd name="connsiteX32" fmla="*/ 5255834 w 12192000"/>
              <a:gd name="connsiteY32" fmla="*/ 2252273 h 2270839"/>
              <a:gd name="connsiteX33" fmla="*/ 5017584 w 12192000"/>
              <a:gd name="connsiteY33" fmla="*/ 2245617 h 2270839"/>
              <a:gd name="connsiteX34" fmla="*/ 4780562 w 12192000"/>
              <a:gd name="connsiteY34" fmla="*/ 2235458 h 2270839"/>
              <a:gd name="connsiteX35" fmla="*/ 4547227 w 12192000"/>
              <a:gd name="connsiteY35" fmla="*/ 2224598 h 2270839"/>
              <a:gd name="connsiteX36" fmla="*/ 4318800 w 12192000"/>
              <a:gd name="connsiteY36" fmla="*/ 2214790 h 2270839"/>
              <a:gd name="connsiteX37" fmla="*/ 3873004 w 12192000"/>
              <a:gd name="connsiteY37" fmla="*/ 2187115 h 2270839"/>
              <a:gd name="connsiteX38" fmla="*/ 3445628 w 12192000"/>
              <a:gd name="connsiteY38" fmla="*/ 2157690 h 2270839"/>
              <a:gd name="connsiteX39" fmla="*/ 3035446 w 12192000"/>
              <a:gd name="connsiteY39" fmla="*/ 2126862 h 2270839"/>
              <a:gd name="connsiteX40" fmla="*/ 2647370 w 12192000"/>
              <a:gd name="connsiteY40" fmla="*/ 2092883 h 2270839"/>
              <a:gd name="connsiteX41" fmla="*/ 2276487 w 12192000"/>
              <a:gd name="connsiteY41" fmla="*/ 2057501 h 2270839"/>
              <a:gd name="connsiteX42" fmla="*/ 1932621 w 12192000"/>
              <a:gd name="connsiteY42" fmla="*/ 2019318 h 2270839"/>
              <a:gd name="connsiteX43" fmla="*/ 1609634 w 12192000"/>
              <a:gd name="connsiteY43" fmla="*/ 1981835 h 2270839"/>
              <a:gd name="connsiteX44" fmla="*/ 1312435 w 12192000"/>
              <a:gd name="connsiteY44" fmla="*/ 1944352 h 2270839"/>
              <a:gd name="connsiteX45" fmla="*/ 1039799 w 12192000"/>
              <a:gd name="connsiteY45" fmla="*/ 1908971 h 2270839"/>
              <a:gd name="connsiteX46" fmla="*/ 797865 w 12192000"/>
              <a:gd name="connsiteY46" fmla="*/ 1875341 h 2270839"/>
              <a:gd name="connsiteX47" fmla="*/ 579265 w 12192000"/>
              <a:gd name="connsiteY47" fmla="*/ 1843463 h 2270839"/>
              <a:gd name="connsiteX48" fmla="*/ 395052 w 12192000"/>
              <a:gd name="connsiteY48" fmla="*/ 1816840 h 2270839"/>
              <a:gd name="connsiteX49" fmla="*/ 240312 w 12192000"/>
              <a:gd name="connsiteY49" fmla="*/ 1791617 h 2270839"/>
              <a:gd name="connsiteX50" fmla="*/ 27853 w 12192000"/>
              <a:gd name="connsiteY50" fmla="*/ 1755536 h 2270839"/>
              <a:gd name="connsiteX51" fmla="*/ 0 w 12192000"/>
              <a:gd name="connsiteY51" fmla="*/ 1750823 h 2270839"/>
              <a:gd name="connsiteX52" fmla="*/ 0 w 12192000"/>
              <a:gd name="connsiteY52" fmla="*/ 744793 h 2270839"/>
              <a:gd name="connsiteX53" fmla="*/ 0 w 12192000"/>
              <a:gd name="connsiteY53" fmla="*/ 519830 h 2270839"/>
              <a:gd name="connsiteX54" fmla="*/ 0 w 12192000"/>
              <a:gd name="connsiteY54" fmla="*/ 471948 h 2270839"/>
              <a:gd name="connsiteX55" fmla="*/ 0 w 12192000"/>
              <a:gd name="connsiteY55" fmla="*/ 213719 h 2270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000" h="2270839">
                <a:moveTo>
                  <a:pt x="0" y="0"/>
                </a:moveTo>
                <a:lnTo>
                  <a:pt x="12192000" y="0"/>
                </a:lnTo>
                <a:lnTo>
                  <a:pt x="12192000" y="213719"/>
                </a:lnTo>
                <a:lnTo>
                  <a:pt x="12192000" y="471948"/>
                </a:lnTo>
                <a:lnTo>
                  <a:pt x="12192000" y="519830"/>
                </a:lnTo>
                <a:lnTo>
                  <a:pt x="12192000" y="744793"/>
                </a:lnTo>
                <a:lnTo>
                  <a:pt x="12192000" y="1754021"/>
                </a:lnTo>
                <a:lnTo>
                  <a:pt x="11957522" y="1797923"/>
                </a:lnTo>
                <a:lnTo>
                  <a:pt x="11679973" y="1847667"/>
                </a:lnTo>
                <a:lnTo>
                  <a:pt x="11401197" y="1896360"/>
                </a:lnTo>
                <a:lnTo>
                  <a:pt x="11121192" y="1938046"/>
                </a:lnTo>
                <a:lnTo>
                  <a:pt x="10842416" y="1980083"/>
                </a:lnTo>
                <a:lnTo>
                  <a:pt x="10562411" y="2019318"/>
                </a:lnTo>
                <a:lnTo>
                  <a:pt x="10286091" y="2052947"/>
                </a:lnTo>
                <a:lnTo>
                  <a:pt x="10006086" y="2084825"/>
                </a:lnTo>
                <a:lnTo>
                  <a:pt x="9727310" y="2113901"/>
                </a:lnTo>
                <a:lnTo>
                  <a:pt x="9453445" y="2139123"/>
                </a:lnTo>
                <a:lnTo>
                  <a:pt x="9175897" y="2164345"/>
                </a:lnTo>
                <a:lnTo>
                  <a:pt x="8902033" y="2185364"/>
                </a:lnTo>
                <a:lnTo>
                  <a:pt x="8628169" y="2201828"/>
                </a:lnTo>
                <a:lnTo>
                  <a:pt x="8355533" y="2218994"/>
                </a:lnTo>
                <a:lnTo>
                  <a:pt x="8085353" y="2233356"/>
                </a:lnTo>
                <a:lnTo>
                  <a:pt x="7817629" y="2243515"/>
                </a:lnTo>
                <a:lnTo>
                  <a:pt x="7549905" y="2252273"/>
                </a:lnTo>
                <a:lnTo>
                  <a:pt x="7284638" y="2260680"/>
                </a:lnTo>
                <a:lnTo>
                  <a:pt x="7023055" y="2264534"/>
                </a:lnTo>
                <a:lnTo>
                  <a:pt x="6761472" y="2268737"/>
                </a:lnTo>
                <a:lnTo>
                  <a:pt x="6503573" y="2270839"/>
                </a:lnTo>
                <a:lnTo>
                  <a:pt x="6248130" y="2268737"/>
                </a:lnTo>
                <a:lnTo>
                  <a:pt x="5995144" y="2268737"/>
                </a:lnTo>
                <a:lnTo>
                  <a:pt x="5744613" y="2264534"/>
                </a:lnTo>
                <a:lnTo>
                  <a:pt x="5498995" y="2258228"/>
                </a:lnTo>
                <a:lnTo>
                  <a:pt x="5255834" y="2252273"/>
                </a:lnTo>
                <a:lnTo>
                  <a:pt x="5017584" y="2245617"/>
                </a:lnTo>
                <a:lnTo>
                  <a:pt x="4780562" y="2235458"/>
                </a:lnTo>
                <a:lnTo>
                  <a:pt x="4547227" y="2224598"/>
                </a:lnTo>
                <a:lnTo>
                  <a:pt x="4318800" y="2214790"/>
                </a:lnTo>
                <a:lnTo>
                  <a:pt x="3873004" y="2187115"/>
                </a:lnTo>
                <a:lnTo>
                  <a:pt x="3445628" y="2157690"/>
                </a:lnTo>
                <a:lnTo>
                  <a:pt x="3035446" y="2126862"/>
                </a:lnTo>
                <a:lnTo>
                  <a:pt x="2647370" y="2092883"/>
                </a:lnTo>
                <a:lnTo>
                  <a:pt x="2276487" y="2057501"/>
                </a:lnTo>
                <a:lnTo>
                  <a:pt x="1932621" y="2019318"/>
                </a:lnTo>
                <a:lnTo>
                  <a:pt x="1609634" y="1981835"/>
                </a:lnTo>
                <a:lnTo>
                  <a:pt x="1312435" y="1944352"/>
                </a:lnTo>
                <a:lnTo>
                  <a:pt x="1039799" y="1908971"/>
                </a:lnTo>
                <a:lnTo>
                  <a:pt x="797865" y="1875341"/>
                </a:lnTo>
                <a:lnTo>
                  <a:pt x="579265" y="1843463"/>
                </a:lnTo>
                <a:lnTo>
                  <a:pt x="395052" y="1816840"/>
                </a:lnTo>
                <a:lnTo>
                  <a:pt x="240312" y="1791617"/>
                </a:lnTo>
                <a:lnTo>
                  <a:pt x="27853" y="1755536"/>
                </a:lnTo>
                <a:lnTo>
                  <a:pt x="0" y="1750823"/>
                </a:lnTo>
                <a:lnTo>
                  <a:pt x="0" y="744793"/>
                </a:lnTo>
                <a:lnTo>
                  <a:pt x="0" y="519830"/>
                </a:lnTo>
                <a:lnTo>
                  <a:pt x="0" y="471948"/>
                </a:lnTo>
                <a:lnTo>
                  <a:pt x="0" y="213719"/>
                </a:lnTo>
                <a:close/>
              </a:path>
            </a:pathLst>
          </a:custGeom>
          <a:solidFill>
            <a:schemeClr val="tx2"/>
          </a:solidFill>
          <a:ln w="444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0A39FDC-39F4-4CB7-873B-8D786EC02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00" b="63148"/>
          <a:stretch/>
        </p:blipFill>
        <p:spPr>
          <a:xfrm>
            <a:off x="4071257" y="1"/>
            <a:ext cx="8117568" cy="2270839"/>
          </a:xfrm>
          <a:custGeom>
            <a:avLst/>
            <a:gdLst>
              <a:gd name="connsiteX0" fmla="*/ 0 w 8117568"/>
              <a:gd name="connsiteY0" fmla="*/ 0 h 2270839"/>
              <a:gd name="connsiteX1" fmla="*/ 8117568 w 8117568"/>
              <a:gd name="connsiteY1" fmla="*/ 0 h 2270839"/>
              <a:gd name="connsiteX2" fmla="*/ 8117568 w 8117568"/>
              <a:gd name="connsiteY2" fmla="*/ 1754616 h 2270839"/>
              <a:gd name="connsiteX3" fmla="*/ 7886265 w 8117568"/>
              <a:gd name="connsiteY3" fmla="*/ 1797923 h 2270839"/>
              <a:gd name="connsiteX4" fmla="*/ 7608716 w 8117568"/>
              <a:gd name="connsiteY4" fmla="*/ 1847667 h 2270839"/>
              <a:gd name="connsiteX5" fmla="*/ 7329940 w 8117568"/>
              <a:gd name="connsiteY5" fmla="*/ 1896360 h 2270839"/>
              <a:gd name="connsiteX6" fmla="*/ 7049935 w 8117568"/>
              <a:gd name="connsiteY6" fmla="*/ 1938046 h 2270839"/>
              <a:gd name="connsiteX7" fmla="*/ 6771159 w 8117568"/>
              <a:gd name="connsiteY7" fmla="*/ 1980083 h 2270839"/>
              <a:gd name="connsiteX8" fmla="*/ 6491154 w 8117568"/>
              <a:gd name="connsiteY8" fmla="*/ 2019318 h 2270839"/>
              <a:gd name="connsiteX9" fmla="*/ 6214834 w 8117568"/>
              <a:gd name="connsiteY9" fmla="*/ 2052947 h 2270839"/>
              <a:gd name="connsiteX10" fmla="*/ 5934829 w 8117568"/>
              <a:gd name="connsiteY10" fmla="*/ 2084825 h 2270839"/>
              <a:gd name="connsiteX11" fmla="*/ 5656053 w 8117568"/>
              <a:gd name="connsiteY11" fmla="*/ 2113901 h 2270839"/>
              <a:gd name="connsiteX12" fmla="*/ 5382188 w 8117568"/>
              <a:gd name="connsiteY12" fmla="*/ 2139123 h 2270839"/>
              <a:gd name="connsiteX13" fmla="*/ 5104640 w 8117568"/>
              <a:gd name="connsiteY13" fmla="*/ 2164345 h 2270839"/>
              <a:gd name="connsiteX14" fmla="*/ 4830776 w 8117568"/>
              <a:gd name="connsiteY14" fmla="*/ 2185364 h 2270839"/>
              <a:gd name="connsiteX15" fmla="*/ 4556912 w 8117568"/>
              <a:gd name="connsiteY15" fmla="*/ 2201828 h 2270839"/>
              <a:gd name="connsiteX16" fmla="*/ 4284276 w 8117568"/>
              <a:gd name="connsiteY16" fmla="*/ 2218994 h 2270839"/>
              <a:gd name="connsiteX17" fmla="*/ 4014096 w 8117568"/>
              <a:gd name="connsiteY17" fmla="*/ 2233356 h 2270839"/>
              <a:gd name="connsiteX18" fmla="*/ 3746372 w 8117568"/>
              <a:gd name="connsiteY18" fmla="*/ 2243515 h 2270839"/>
              <a:gd name="connsiteX19" fmla="*/ 3478648 w 8117568"/>
              <a:gd name="connsiteY19" fmla="*/ 2252273 h 2270839"/>
              <a:gd name="connsiteX20" fmla="*/ 3213381 w 8117568"/>
              <a:gd name="connsiteY20" fmla="*/ 2260680 h 2270839"/>
              <a:gd name="connsiteX21" fmla="*/ 2951798 w 8117568"/>
              <a:gd name="connsiteY21" fmla="*/ 2264534 h 2270839"/>
              <a:gd name="connsiteX22" fmla="*/ 2690215 w 8117568"/>
              <a:gd name="connsiteY22" fmla="*/ 2268737 h 2270839"/>
              <a:gd name="connsiteX23" fmla="*/ 2432316 w 8117568"/>
              <a:gd name="connsiteY23" fmla="*/ 2270839 h 2270839"/>
              <a:gd name="connsiteX24" fmla="*/ 2176873 w 8117568"/>
              <a:gd name="connsiteY24" fmla="*/ 2268737 h 2270839"/>
              <a:gd name="connsiteX25" fmla="*/ 1923887 w 8117568"/>
              <a:gd name="connsiteY25" fmla="*/ 2268737 h 2270839"/>
              <a:gd name="connsiteX26" fmla="*/ 1673356 w 8117568"/>
              <a:gd name="connsiteY26" fmla="*/ 2264534 h 2270839"/>
              <a:gd name="connsiteX27" fmla="*/ 1427738 w 8117568"/>
              <a:gd name="connsiteY27" fmla="*/ 2258228 h 2270839"/>
              <a:gd name="connsiteX28" fmla="*/ 1184577 w 8117568"/>
              <a:gd name="connsiteY28" fmla="*/ 2252273 h 2270839"/>
              <a:gd name="connsiteX29" fmla="*/ 946327 w 8117568"/>
              <a:gd name="connsiteY29" fmla="*/ 2245617 h 2270839"/>
              <a:gd name="connsiteX30" fmla="*/ 709305 w 8117568"/>
              <a:gd name="connsiteY30" fmla="*/ 2235458 h 2270839"/>
              <a:gd name="connsiteX31" fmla="*/ 475970 w 8117568"/>
              <a:gd name="connsiteY31" fmla="*/ 2224598 h 2270839"/>
              <a:gd name="connsiteX32" fmla="*/ 247543 w 8117568"/>
              <a:gd name="connsiteY32" fmla="*/ 2214790 h 2270839"/>
              <a:gd name="connsiteX33" fmla="*/ 0 w 8117568"/>
              <a:gd name="connsiteY33" fmla="*/ 2199423 h 2270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8117568" h="2270839">
                <a:moveTo>
                  <a:pt x="0" y="0"/>
                </a:moveTo>
                <a:lnTo>
                  <a:pt x="8117568" y="0"/>
                </a:lnTo>
                <a:lnTo>
                  <a:pt x="8117568" y="1754616"/>
                </a:lnTo>
                <a:lnTo>
                  <a:pt x="7886265" y="1797923"/>
                </a:lnTo>
                <a:lnTo>
                  <a:pt x="7608716" y="1847667"/>
                </a:lnTo>
                <a:lnTo>
                  <a:pt x="7329940" y="1896360"/>
                </a:lnTo>
                <a:lnTo>
                  <a:pt x="7049935" y="1938046"/>
                </a:lnTo>
                <a:lnTo>
                  <a:pt x="6771159" y="1980083"/>
                </a:lnTo>
                <a:lnTo>
                  <a:pt x="6491154" y="2019318"/>
                </a:lnTo>
                <a:lnTo>
                  <a:pt x="6214834" y="2052947"/>
                </a:lnTo>
                <a:lnTo>
                  <a:pt x="5934829" y="2084825"/>
                </a:lnTo>
                <a:lnTo>
                  <a:pt x="5656053" y="2113901"/>
                </a:lnTo>
                <a:lnTo>
                  <a:pt x="5382188" y="2139123"/>
                </a:lnTo>
                <a:lnTo>
                  <a:pt x="5104640" y="2164345"/>
                </a:lnTo>
                <a:lnTo>
                  <a:pt x="4830776" y="2185364"/>
                </a:lnTo>
                <a:lnTo>
                  <a:pt x="4556912" y="2201828"/>
                </a:lnTo>
                <a:lnTo>
                  <a:pt x="4284276" y="2218994"/>
                </a:lnTo>
                <a:lnTo>
                  <a:pt x="4014096" y="2233356"/>
                </a:lnTo>
                <a:lnTo>
                  <a:pt x="3746372" y="2243515"/>
                </a:lnTo>
                <a:lnTo>
                  <a:pt x="3478648" y="2252273"/>
                </a:lnTo>
                <a:lnTo>
                  <a:pt x="3213381" y="2260680"/>
                </a:lnTo>
                <a:lnTo>
                  <a:pt x="2951798" y="2264534"/>
                </a:lnTo>
                <a:lnTo>
                  <a:pt x="2690215" y="2268737"/>
                </a:lnTo>
                <a:lnTo>
                  <a:pt x="2432316" y="2270839"/>
                </a:lnTo>
                <a:lnTo>
                  <a:pt x="2176873" y="2268737"/>
                </a:lnTo>
                <a:lnTo>
                  <a:pt x="1923887" y="2268737"/>
                </a:lnTo>
                <a:lnTo>
                  <a:pt x="1673356" y="2264534"/>
                </a:lnTo>
                <a:lnTo>
                  <a:pt x="1427738" y="2258228"/>
                </a:lnTo>
                <a:lnTo>
                  <a:pt x="1184577" y="2252273"/>
                </a:lnTo>
                <a:lnTo>
                  <a:pt x="946327" y="2245617"/>
                </a:lnTo>
                <a:lnTo>
                  <a:pt x="709305" y="2235458"/>
                </a:lnTo>
                <a:lnTo>
                  <a:pt x="475970" y="2224598"/>
                </a:lnTo>
                <a:lnTo>
                  <a:pt x="247543" y="2214790"/>
                </a:lnTo>
                <a:lnTo>
                  <a:pt x="0" y="2199423"/>
                </a:lnTo>
                <a:close/>
              </a:path>
            </a:pathLst>
          </a:cu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64CF8A9-3039-2340-B3B7-807178EFF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0288" y="609600"/>
            <a:ext cx="10131425" cy="1110343"/>
          </a:xfrm>
        </p:spPr>
        <p:txBody>
          <a:bodyPr>
            <a:normAutofit/>
          </a:bodyPr>
          <a:lstStyle/>
          <a:p>
            <a:pPr algn="ctr"/>
            <a:r>
              <a:rPr lang="es-ES" dirty="0">
                <a:solidFill>
                  <a:schemeClr val="bg1"/>
                </a:solidFill>
              </a:rPr>
              <a:t>CREACIÓN DE LA API: SERVICIO GET</a:t>
            </a:r>
          </a:p>
        </p:txBody>
      </p:sp>
      <p:pic>
        <p:nvPicPr>
          <p:cNvPr id="4" name="Imagen 3" descr="Texto&#10;&#10;Descripción generada automáticamente">
            <a:extLst>
              <a:ext uri="{FF2B5EF4-FFF2-40B4-BE49-F238E27FC236}">
                <a16:creationId xmlns:a16="http://schemas.microsoft.com/office/drawing/2014/main" id="{4CBBFAC3-C10B-1FB1-62EC-800007DA09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520" y="3468148"/>
            <a:ext cx="7772400" cy="3199106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E6BB7FC-E9AD-04D2-190E-4409FB2B80AD}"/>
              </a:ext>
            </a:extLst>
          </p:cNvPr>
          <p:cNvSpPr txBox="1"/>
          <p:nvPr/>
        </p:nvSpPr>
        <p:spPr>
          <a:xfrm>
            <a:off x="227415" y="2174216"/>
            <a:ext cx="3840667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ca-ES" dirty="0" err="1"/>
              <a:t>Endpoint</a:t>
            </a:r>
            <a:r>
              <a:rPr lang="ca-ES" dirty="0"/>
              <a:t> al que </a:t>
            </a:r>
            <a:r>
              <a:rPr lang="ca-ES" dirty="0" err="1"/>
              <a:t>accederán</a:t>
            </a:r>
            <a:r>
              <a:rPr lang="ca-ES" dirty="0"/>
              <a:t> los </a:t>
            </a:r>
            <a:r>
              <a:rPr lang="ca-ES" dirty="0" err="1"/>
              <a:t>usuarios</a:t>
            </a:r>
            <a:endParaRPr lang="ca-ES" dirty="0"/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E86E6916-7372-949B-FE5A-52E8A5CAACE1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2147749" y="2543548"/>
            <a:ext cx="0" cy="135061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F6A1A1A-F556-EF0F-1D17-3CA19AEBB246}"/>
              </a:ext>
            </a:extLst>
          </p:cNvPr>
          <p:cNvSpPr txBox="1"/>
          <p:nvPr/>
        </p:nvSpPr>
        <p:spPr>
          <a:xfrm>
            <a:off x="2375165" y="2644543"/>
            <a:ext cx="3523144" cy="36933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none" rtlCol="0">
            <a:spAutoFit/>
          </a:bodyPr>
          <a:lstStyle/>
          <a:p>
            <a:r>
              <a:rPr lang="ca-ES" dirty="0" err="1"/>
              <a:t>Datos</a:t>
            </a:r>
            <a:r>
              <a:rPr lang="ca-ES" dirty="0"/>
              <a:t> de la </a:t>
            </a:r>
            <a:r>
              <a:rPr lang="ca-ES" dirty="0" err="1"/>
              <a:t>recepción</a:t>
            </a:r>
            <a:r>
              <a:rPr lang="ca-ES" dirty="0"/>
              <a:t> de la </a:t>
            </a:r>
            <a:r>
              <a:rPr lang="ca-ES" dirty="0" err="1"/>
              <a:t>petición</a:t>
            </a:r>
            <a:endParaRPr lang="ca-ES" dirty="0"/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AEBB6FC3-9710-97AF-B2AA-399782892410}"/>
              </a:ext>
            </a:extLst>
          </p:cNvPr>
          <p:cNvCxnSpPr>
            <a:cxnSpLocks/>
            <a:stCxn id="11" idx="2"/>
          </p:cNvCxnSpPr>
          <p:nvPr/>
        </p:nvCxnSpPr>
        <p:spPr>
          <a:xfrm flipH="1">
            <a:off x="3211286" y="3013875"/>
            <a:ext cx="925451" cy="83025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uadroTexto 15">
            <a:extLst>
              <a:ext uri="{FF2B5EF4-FFF2-40B4-BE49-F238E27FC236}">
                <a16:creationId xmlns:a16="http://schemas.microsoft.com/office/drawing/2014/main" id="{E3B1B477-A678-E281-8488-BE3B005383E0}"/>
              </a:ext>
            </a:extLst>
          </p:cNvPr>
          <p:cNvSpPr txBox="1"/>
          <p:nvPr/>
        </p:nvSpPr>
        <p:spPr>
          <a:xfrm>
            <a:off x="5132544" y="3041571"/>
            <a:ext cx="2454799" cy="369332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r>
              <a:rPr lang="ca-ES" dirty="0" err="1"/>
              <a:t>Resultado</a:t>
            </a:r>
            <a:r>
              <a:rPr lang="ca-ES" dirty="0"/>
              <a:t> de la </a:t>
            </a:r>
            <a:r>
              <a:rPr lang="ca-ES" dirty="0" err="1"/>
              <a:t>petición</a:t>
            </a:r>
            <a:endParaRPr lang="ca-ES" dirty="0"/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9A662449-1875-D9E0-6C0B-1EFC32A527B2}"/>
              </a:ext>
            </a:extLst>
          </p:cNvPr>
          <p:cNvCxnSpPr>
            <a:cxnSpLocks/>
            <a:stCxn id="16" idx="2"/>
          </p:cNvCxnSpPr>
          <p:nvPr/>
        </p:nvCxnSpPr>
        <p:spPr>
          <a:xfrm flipH="1">
            <a:off x="3820886" y="3410903"/>
            <a:ext cx="2539058" cy="43322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uadroTexto 19">
            <a:extLst>
              <a:ext uri="{FF2B5EF4-FFF2-40B4-BE49-F238E27FC236}">
                <a16:creationId xmlns:a16="http://schemas.microsoft.com/office/drawing/2014/main" id="{F2117C36-D59F-EFA5-9374-6D17E0B9D147}"/>
              </a:ext>
            </a:extLst>
          </p:cNvPr>
          <p:cNvSpPr txBox="1"/>
          <p:nvPr/>
        </p:nvSpPr>
        <p:spPr>
          <a:xfrm>
            <a:off x="8274732" y="3524827"/>
            <a:ext cx="1996938" cy="36933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ca-ES" dirty="0"/>
              <a:t>Consulta a la BDD</a:t>
            </a:r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408BBAA8-CC04-9F3A-53DE-362836E2C7FB}"/>
              </a:ext>
            </a:extLst>
          </p:cNvPr>
          <p:cNvCxnSpPr>
            <a:cxnSpLocks/>
            <a:stCxn id="20" idx="1"/>
          </p:cNvCxnSpPr>
          <p:nvPr/>
        </p:nvCxnSpPr>
        <p:spPr>
          <a:xfrm flipH="1">
            <a:off x="3365112" y="3709493"/>
            <a:ext cx="4909620" cy="47214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uadroTexto 24">
            <a:extLst>
              <a:ext uri="{FF2B5EF4-FFF2-40B4-BE49-F238E27FC236}">
                <a16:creationId xmlns:a16="http://schemas.microsoft.com/office/drawing/2014/main" id="{68FEF7D4-D96C-A494-C27E-8B6A62F3BAED}"/>
              </a:ext>
            </a:extLst>
          </p:cNvPr>
          <p:cNvSpPr txBox="1"/>
          <p:nvPr/>
        </p:nvSpPr>
        <p:spPr>
          <a:xfrm>
            <a:off x="8274731" y="4217829"/>
            <a:ext cx="2643478" cy="36933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ca-ES" dirty="0" err="1"/>
              <a:t>Resultado</a:t>
            </a:r>
            <a:r>
              <a:rPr lang="ca-ES" dirty="0"/>
              <a:t> de la consulta</a:t>
            </a:r>
          </a:p>
        </p:txBody>
      </p: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D647649F-E448-C9D1-FDFD-BA541D7C42FB}"/>
              </a:ext>
            </a:extLst>
          </p:cNvPr>
          <p:cNvCxnSpPr>
            <a:cxnSpLocks/>
            <a:stCxn id="25" idx="1"/>
          </p:cNvCxnSpPr>
          <p:nvPr/>
        </p:nvCxnSpPr>
        <p:spPr>
          <a:xfrm flipH="1" flipV="1">
            <a:off x="5736056" y="4384741"/>
            <a:ext cx="2538675" cy="17754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uadroTexto 28">
            <a:extLst>
              <a:ext uri="{FF2B5EF4-FFF2-40B4-BE49-F238E27FC236}">
                <a16:creationId xmlns:a16="http://schemas.microsoft.com/office/drawing/2014/main" id="{4580AC05-538B-A219-1702-E31ED054AD1A}"/>
              </a:ext>
            </a:extLst>
          </p:cNvPr>
          <p:cNvSpPr txBox="1"/>
          <p:nvPr/>
        </p:nvSpPr>
        <p:spPr>
          <a:xfrm>
            <a:off x="8274731" y="4794056"/>
            <a:ext cx="2643478" cy="36933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ca-ES" dirty="0"/>
              <a:t>Error al </a:t>
            </a:r>
            <a:r>
              <a:rPr lang="ca-ES" dirty="0" err="1"/>
              <a:t>hacer</a:t>
            </a:r>
            <a:r>
              <a:rPr lang="ca-ES" dirty="0"/>
              <a:t> la consulta</a:t>
            </a:r>
          </a:p>
        </p:txBody>
      </p: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836AFBDF-A525-C19C-ABE9-BA091E51040F}"/>
              </a:ext>
            </a:extLst>
          </p:cNvPr>
          <p:cNvCxnSpPr>
            <a:cxnSpLocks/>
            <a:stCxn id="29" idx="1"/>
          </p:cNvCxnSpPr>
          <p:nvPr/>
        </p:nvCxnSpPr>
        <p:spPr>
          <a:xfrm flipH="1" flipV="1">
            <a:off x="4626591" y="4366300"/>
            <a:ext cx="3648140" cy="61242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uadroTexto 31">
            <a:extLst>
              <a:ext uri="{FF2B5EF4-FFF2-40B4-BE49-F238E27FC236}">
                <a16:creationId xmlns:a16="http://schemas.microsoft.com/office/drawing/2014/main" id="{8D02195A-00A5-89DC-7FF0-2330B98917EE}"/>
              </a:ext>
            </a:extLst>
          </p:cNvPr>
          <p:cNvSpPr txBox="1"/>
          <p:nvPr/>
        </p:nvSpPr>
        <p:spPr>
          <a:xfrm>
            <a:off x="8274731" y="5718505"/>
            <a:ext cx="2643478" cy="369332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ca-ES" dirty="0" err="1"/>
              <a:t>Cuerpo</a:t>
            </a:r>
            <a:r>
              <a:rPr lang="ca-ES" dirty="0"/>
              <a:t> del JSON </a:t>
            </a:r>
            <a:r>
              <a:rPr lang="ca-ES" dirty="0" err="1"/>
              <a:t>devuelto</a:t>
            </a:r>
            <a:endParaRPr lang="ca-ES" dirty="0"/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3E2B6E0A-4170-FA49-6DFD-7D33EE6CE3FC}"/>
              </a:ext>
            </a:extLst>
          </p:cNvPr>
          <p:cNvCxnSpPr>
            <a:cxnSpLocks/>
            <a:stCxn id="32" idx="1"/>
          </p:cNvCxnSpPr>
          <p:nvPr/>
        </p:nvCxnSpPr>
        <p:spPr>
          <a:xfrm flipH="1" flipV="1">
            <a:off x="3820886" y="5784469"/>
            <a:ext cx="4453845" cy="11870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uadroTexto 34">
            <a:extLst>
              <a:ext uri="{FF2B5EF4-FFF2-40B4-BE49-F238E27FC236}">
                <a16:creationId xmlns:a16="http://schemas.microsoft.com/office/drawing/2014/main" id="{BB7F45E4-AC25-0000-D88A-19717151C705}"/>
              </a:ext>
            </a:extLst>
          </p:cNvPr>
          <p:cNvSpPr txBox="1"/>
          <p:nvPr/>
        </p:nvSpPr>
        <p:spPr>
          <a:xfrm>
            <a:off x="8274731" y="6268367"/>
            <a:ext cx="3914094" cy="369332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ca-ES" dirty="0"/>
              <a:t>Nombre de la </a:t>
            </a:r>
            <a:r>
              <a:rPr lang="ca-ES" dirty="0" err="1"/>
              <a:t>clave</a:t>
            </a:r>
            <a:r>
              <a:rPr lang="ca-ES" dirty="0"/>
              <a:t> del </a:t>
            </a:r>
            <a:r>
              <a:rPr lang="ca-ES" dirty="0" err="1"/>
              <a:t>objeto</a:t>
            </a:r>
            <a:r>
              <a:rPr lang="ca-ES" dirty="0"/>
              <a:t> </a:t>
            </a:r>
            <a:r>
              <a:rPr lang="ca-ES" dirty="0" err="1"/>
              <a:t>devuelto</a:t>
            </a:r>
            <a:endParaRPr lang="ca-ES" dirty="0"/>
          </a:p>
        </p:txBody>
      </p: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4ECCD938-CBC6-C17D-5059-96A1B15C0789}"/>
              </a:ext>
            </a:extLst>
          </p:cNvPr>
          <p:cNvCxnSpPr>
            <a:cxnSpLocks/>
            <a:stCxn id="35" idx="1"/>
          </p:cNvCxnSpPr>
          <p:nvPr/>
        </p:nvCxnSpPr>
        <p:spPr>
          <a:xfrm flipH="1" flipV="1">
            <a:off x="2606722" y="5791115"/>
            <a:ext cx="5668009" cy="661918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42518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1EB41F2-E181-4D4D-9131-A30F6B0AE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 descr="Pantalla de computadora con letras&#10;&#10;Descripción generada automáticamente con confianza media">
            <a:extLst>
              <a:ext uri="{FF2B5EF4-FFF2-40B4-BE49-F238E27FC236}">
                <a16:creationId xmlns:a16="http://schemas.microsoft.com/office/drawing/2014/main" id="{56ABC31C-466E-7B68-1215-0A470435B3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300" y="2997821"/>
            <a:ext cx="7772400" cy="3785322"/>
          </a:xfrm>
          <a:prstGeom prst="rect">
            <a:avLst/>
          </a:prstGeom>
        </p:spPr>
      </p:pic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D63CC92-C517-4C71-9222-4579252CD6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70839"/>
          </a:xfrm>
          <a:custGeom>
            <a:avLst/>
            <a:gdLst>
              <a:gd name="connsiteX0" fmla="*/ 0 w 12192000"/>
              <a:gd name="connsiteY0" fmla="*/ 0 h 2270839"/>
              <a:gd name="connsiteX1" fmla="*/ 12192000 w 12192000"/>
              <a:gd name="connsiteY1" fmla="*/ 0 h 2270839"/>
              <a:gd name="connsiteX2" fmla="*/ 12192000 w 12192000"/>
              <a:gd name="connsiteY2" fmla="*/ 213719 h 2270839"/>
              <a:gd name="connsiteX3" fmla="*/ 12192000 w 12192000"/>
              <a:gd name="connsiteY3" fmla="*/ 471948 h 2270839"/>
              <a:gd name="connsiteX4" fmla="*/ 12192000 w 12192000"/>
              <a:gd name="connsiteY4" fmla="*/ 519830 h 2270839"/>
              <a:gd name="connsiteX5" fmla="*/ 12192000 w 12192000"/>
              <a:gd name="connsiteY5" fmla="*/ 744793 h 2270839"/>
              <a:gd name="connsiteX6" fmla="*/ 12192000 w 12192000"/>
              <a:gd name="connsiteY6" fmla="*/ 1754021 h 2270839"/>
              <a:gd name="connsiteX7" fmla="*/ 11957522 w 12192000"/>
              <a:gd name="connsiteY7" fmla="*/ 1797923 h 2270839"/>
              <a:gd name="connsiteX8" fmla="*/ 11679973 w 12192000"/>
              <a:gd name="connsiteY8" fmla="*/ 1847667 h 2270839"/>
              <a:gd name="connsiteX9" fmla="*/ 11401197 w 12192000"/>
              <a:gd name="connsiteY9" fmla="*/ 1896360 h 2270839"/>
              <a:gd name="connsiteX10" fmla="*/ 11121192 w 12192000"/>
              <a:gd name="connsiteY10" fmla="*/ 1938046 h 2270839"/>
              <a:gd name="connsiteX11" fmla="*/ 10842416 w 12192000"/>
              <a:gd name="connsiteY11" fmla="*/ 1980083 h 2270839"/>
              <a:gd name="connsiteX12" fmla="*/ 10562411 w 12192000"/>
              <a:gd name="connsiteY12" fmla="*/ 2019318 h 2270839"/>
              <a:gd name="connsiteX13" fmla="*/ 10286091 w 12192000"/>
              <a:gd name="connsiteY13" fmla="*/ 2052947 h 2270839"/>
              <a:gd name="connsiteX14" fmla="*/ 10006086 w 12192000"/>
              <a:gd name="connsiteY14" fmla="*/ 2084825 h 2270839"/>
              <a:gd name="connsiteX15" fmla="*/ 9727310 w 12192000"/>
              <a:gd name="connsiteY15" fmla="*/ 2113901 h 2270839"/>
              <a:gd name="connsiteX16" fmla="*/ 9453445 w 12192000"/>
              <a:gd name="connsiteY16" fmla="*/ 2139123 h 2270839"/>
              <a:gd name="connsiteX17" fmla="*/ 9175897 w 12192000"/>
              <a:gd name="connsiteY17" fmla="*/ 2164345 h 2270839"/>
              <a:gd name="connsiteX18" fmla="*/ 8902033 w 12192000"/>
              <a:gd name="connsiteY18" fmla="*/ 2185364 h 2270839"/>
              <a:gd name="connsiteX19" fmla="*/ 8628169 w 12192000"/>
              <a:gd name="connsiteY19" fmla="*/ 2201828 h 2270839"/>
              <a:gd name="connsiteX20" fmla="*/ 8355533 w 12192000"/>
              <a:gd name="connsiteY20" fmla="*/ 2218994 h 2270839"/>
              <a:gd name="connsiteX21" fmla="*/ 8085353 w 12192000"/>
              <a:gd name="connsiteY21" fmla="*/ 2233356 h 2270839"/>
              <a:gd name="connsiteX22" fmla="*/ 7817629 w 12192000"/>
              <a:gd name="connsiteY22" fmla="*/ 2243515 h 2270839"/>
              <a:gd name="connsiteX23" fmla="*/ 7549905 w 12192000"/>
              <a:gd name="connsiteY23" fmla="*/ 2252273 h 2270839"/>
              <a:gd name="connsiteX24" fmla="*/ 7284638 w 12192000"/>
              <a:gd name="connsiteY24" fmla="*/ 2260680 h 2270839"/>
              <a:gd name="connsiteX25" fmla="*/ 7023055 w 12192000"/>
              <a:gd name="connsiteY25" fmla="*/ 2264534 h 2270839"/>
              <a:gd name="connsiteX26" fmla="*/ 6761472 w 12192000"/>
              <a:gd name="connsiteY26" fmla="*/ 2268737 h 2270839"/>
              <a:gd name="connsiteX27" fmla="*/ 6503573 w 12192000"/>
              <a:gd name="connsiteY27" fmla="*/ 2270839 h 2270839"/>
              <a:gd name="connsiteX28" fmla="*/ 6248130 w 12192000"/>
              <a:gd name="connsiteY28" fmla="*/ 2268737 h 2270839"/>
              <a:gd name="connsiteX29" fmla="*/ 5995144 w 12192000"/>
              <a:gd name="connsiteY29" fmla="*/ 2268737 h 2270839"/>
              <a:gd name="connsiteX30" fmla="*/ 5744613 w 12192000"/>
              <a:gd name="connsiteY30" fmla="*/ 2264534 h 2270839"/>
              <a:gd name="connsiteX31" fmla="*/ 5498995 w 12192000"/>
              <a:gd name="connsiteY31" fmla="*/ 2258228 h 2270839"/>
              <a:gd name="connsiteX32" fmla="*/ 5255834 w 12192000"/>
              <a:gd name="connsiteY32" fmla="*/ 2252273 h 2270839"/>
              <a:gd name="connsiteX33" fmla="*/ 5017584 w 12192000"/>
              <a:gd name="connsiteY33" fmla="*/ 2245617 h 2270839"/>
              <a:gd name="connsiteX34" fmla="*/ 4780562 w 12192000"/>
              <a:gd name="connsiteY34" fmla="*/ 2235458 h 2270839"/>
              <a:gd name="connsiteX35" fmla="*/ 4547227 w 12192000"/>
              <a:gd name="connsiteY35" fmla="*/ 2224598 h 2270839"/>
              <a:gd name="connsiteX36" fmla="*/ 4318800 w 12192000"/>
              <a:gd name="connsiteY36" fmla="*/ 2214790 h 2270839"/>
              <a:gd name="connsiteX37" fmla="*/ 3873004 w 12192000"/>
              <a:gd name="connsiteY37" fmla="*/ 2187115 h 2270839"/>
              <a:gd name="connsiteX38" fmla="*/ 3445628 w 12192000"/>
              <a:gd name="connsiteY38" fmla="*/ 2157690 h 2270839"/>
              <a:gd name="connsiteX39" fmla="*/ 3035446 w 12192000"/>
              <a:gd name="connsiteY39" fmla="*/ 2126862 h 2270839"/>
              <a:gd name="connsiteX40" fmla="*/ 2647370 w 12192000"/>
              <a:gd name="connsiteY40" fmla="*/ 2092883 h 2270839"/>
              <a:gd name="connsiteX41" fmla="*/ 2276487 w 12192000"/>
              <a:gd name="connsiteY41" fmla="*/ 2057501 h 2270839"/>
              <a:gd name="connsiteX42" fmla="*/ 1932621 w 12192000"/>
              <a:gd name="connsiteY42" fmla="*/ 2019318 h 2270839"/>
              <a:gd name="connsiteX43" fmla="*/ 1609634 w 12192000"/>
              <a:gd name="connsiteY43" fmla="*/ 1981835 h 2270839"/>
              <a:gd name="connsiteX44" fmla="*/ 1312435 w 12192000"/>
              <a:gd name="connsiteY44" fmla="*/ 1944352 h 2270839"/>
              <a:gd name="connsiteX45" fmla="*/ 1039799 w 12192000"/>
              <a:gd name="connsiteY45" fmla="*/ 1908971 h 2270839"/>
              <a:gd name="connsiteX46" fmla="*/ 797865 w 12192000"/>
              <a:gd name="connsiteY46" fmla="*/ 1875341 h 2270839"/>
              <a:gd name="connsiteX47" fmla="*/ 579265 w 12192000"/>
              <a:gd name="connsiteY47" fmla="*/ 1843463 h 2270839"/>
              <a:gd name="connsiteX48" fmla="*/ 395052 w 12192000"/>
              <a:gd name="connsiteY48" fmla="*/ 1816840 h 2270839"/>
              <a:gd name="connsiteX49" fmla="*/ 240312 w 12192000"/>
              <a:gd name="connsiteY49" fmla="*/ 1791617 h 2270839"/>
              <a:gd name="connsiteX50" fmla="*/ 27853 w 12192000"/>
              <a:gd name="connsiteY50" fmla="*/ 1755536 h 2270839"/>
              <a:gd name="connsiteX51" fmla="*/ 0 w 12192000"/>
              <a:gd name="connsiteY51" fmla="*/ 1750823 h 2270839"/>
              <a:gd name="connsiteX52" fmla="*/ 0 w 12192000"/>
              <a:gd name="connsiteY52" fmla="*/ 744793 h 2270839"/>
              <a:gd name="connsiteX53" fmla="*/ 0 w 12192000"/>
              <a:gd name="connsiteY53" fmla="*/ 519830 h 2270839"/>
              <a:gd name="connsiteX54" fmla="*/ 0 w 12192000"/>
              <a:gd name="connsiteY54" fmla="*/ 471948 h 2270839"/>
              <a:gd name="connsiteX55" fmla="*/ 0 w 12192000"/>
              <a:gd name="connsiteY55" fmla="*/ 213719 h 2270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000" h="2270839">
                <a:moveTo>
                  <a:pt x="0" y="0"/>
                </a:moveTo>
                <a:lnTo>
                  <a:pt x="12192000" y="0"/>
                </a:lnTo>
                <a:lnTo>
                  <a:pt x="12192000" y="213719"/>
                </a:lnTo>
                <a:lnTo>
                  <a:pt x="12192000" y="471948"/>
                </a:lnTo>
                <a:lnTo>
                  <a:pt x="12192000" y="519830"/>
                </a:lnTo>
                <a:lnTo>
                  <a:pt x="12192000" y="744793"/>
                </a:lnTo>
                <a:lnTo>
                  <a:pt x="12192000" y="1754021"/>
                </a:lnTo>
                <a:lnTo>
                  <a:pt x="11957522" y="1797923"/>
                </a:lnTo>
                <a:lnTo>
                  <a:pt x="11679973" y="1847667"/>
                </a:lnTo>
                <a:lnTo>
                  <a:pt x="11401197" y="1896360"/>
                </a:lnTo>
                <a:lnTo>
                  <a:pt x="11121192" y="1938046"/>
                </a:lnTo>
                <a:lnTo>
                  <a:pt x="10842416" y="1980083"/>
                </a:lnTo>
                <a:lnTo>
                  <a:pt x="10562411" y="2019318"/>
                </a:lnTo>
                <a:lnTo>
                  <a:pt x="10286091" y="2052947"/>
                </a:lnTo>
                <a:lnTo>
                  <a:pt x="10006086" y="2084825"/>
                </a:lnTo>
                <a:lnTo>
                  <a:pt x="9727310" y="2113901"/>
                </a:lnTo>
                <a:lnTo>
                  <a:pt x="9453445" y="2139123"/>
                </a:lnTo>
                <a:lnTo>
                  <a:pt x="9175897" y="2164345"/>
                </a:lnTo>
                <a:lnTo>
                  <a:pt x="8902033" y="2185364"/>
                </a:lnTo>
                <a:lnTo>
                  <a:pt x="8628169" y="2201828"/>
                </a:lnTo>
                <a:lnTo>
                  <a:pt x="8355533" y="2218994"/>
                </a:lnTo>
                <a:lnTo>
                  <a:pt x="8085353" y="2233356"/>
                </a:lnTo>
                <a:lnTo>
                  <a:pt x="7817629" y="2243515"/>
                </a:lnTo>
                <a:lnTo>
                  <a:pt x="7549905" y="2252273"/>
                </a:lnTo>
                <a:lnTo>
                  <a:pt x="7284638" y="2260680"/>
                </a:lnTo>
                <a:lnTo>
                  <a:pt x="7023055" y="2264534"/>
                </a:lnTo>
                <a:lnTo>
                  <a:pt x="6761472" y="2268737"/>
                </a:lnTo>
                <a:lnTo>
                  <a:pt x="6503573" y="2270839"/>
                </a:lnTo>
                <a:lnTo>
                  <a:pt x="6248130" y="2268737"/>
                </a:lnTo>
                <a:lnTo>
                  <a:pt x="5995144" y="2268737"/>
                </a:lnTo>
                <a:lnTo>
                  <a:pt x="5744613" y="2264534"/>
                </a:lnTo>
                <a:lnTo>
                  <a:pt x="5498995" y="2258228"/>
                </a:lnTo>
                <a:lnTo>
                  <a:pt x="5255834" y="2252273"/>
                </a:lnTo>
                <a:lnTo>
                  <a:pt x="5017584" y="2245617"/>
                </a:lnTo>
                <a:lnTo>
                  <a:pt x="4780562" y="2235458"/>
                </a:lnTo>
                <a:lnTo>
                  <a:pt x="4547227" y="2224598"/>
                </a:lnTo>
                <a:lnTo>
                  <a:pt x="4318800" y="2214790"/>
                </a:lnTo>
                <a:lnTo>
                  <a:pt x="3873004" y="2187115"/>
                </a:lnTo>
                <a:lnTo>
                  <a:pt x="3445628" y="2157690"/>
                </a:lnTo>
                <a:lnTo>
                  <a:pt x="3035446" y="2126862"/>
                </a:lnTo>
                <a:lnTo>
                  <a:pt x="2647370" y="2092883"/>
                </a:lnTo>
                <a:lnTo>
                  <a:pt x="2276487" y="2057501"/>
                </a:lnTo>
                <a:lnTo>
                  <a:pt x="1932621" y="2019318"/>
                </a:lnTo>
                <a:lnTo>
                  <a:pt x="1609634" y="1981835"/>
                </a:lnTo>
                <a:lnTo>
                  <a:pt x="1312435" y="1944352"/>
                </a:lnTo>
                <a:lnTo>
                  <a:pt x="1039799" y="1908971"/>
                </a:lnTo>
                <a:lnTo>
                  <a:pt x="797865" y="1875341"/>
                </a:lnTo>
                <a:lnTo>
                  <a:pt x="579265" y="1843463"/>
                </a:lnTo>
                <a:lnTo>
                  <a:pt x="395052" y="1816840"/>
                </a:lnTo>
                <a:lnTo>
                  <a:pt x="240312" y="1791617"/>
                </a:lnTo>
                <a:lnTo>
                  <a:pt x="27853" y="1755536"/>
                </a:lnTo>
                <a:lnTo>
                  <a:pt x="0" y="1750823"/>
                </a:lnTo>
                <a:lnTo>
                  <a:pt x="0" y="744793"/>
                </a:lnTo>
                <a:lnTo>
                  <a:pt x="0" y="519830"/>
                </a:lnTo>
                <a:lnTo>
                  <a:pt x="0" y="471948"/>
                </a:lnTo>
                <a:lnTo>
                  <a:pt x="0" y="213719"/>
                </a:lnTo>
                <a:close/>
              </a:path>
            </a:pathLst>
          </a:custGeom>
          <a:solidFill>
            <a:schemeClr val="tx2"/>
          </a:solidFill>
          <a:ln w="444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0A39FDC-39F4-4CB7-873B-8D786EC02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00" b="63148"/>
          <a:stretch/>
        </p:blipFill>
        <p:spPr>
          <a:xfrm>
            <a:off x="4071257" y="1"/>
            <a:ext cx="8117568" cy="2270839"/>
          </a:xfrm>
          <a:custGeom>
            <a:avLst/>
            <a:gdLst>
              <a:gd name="connsiteX0" fmla="*/ 0 w 8117568"/>
              <a:gd name="connsiteY0" fmla="*/ 0 h 2270839"/>
              <a:gd name="connsiteX1" fmla="*/ 8117568 w 8117568"/>
              <a:gd name="connsiteY1" fmla="*/ 0 h 2270839"/>
              <a:gd name="connsiteX2" fmla="*/ 8117568 w 8117568"/>
              <a:gd name="connsiteY2" fmla="*/ 1754616 h 2270839"/>
              <a:gd name="connsiteX3" fmla="*/ 7886265 w 8117568"/>
              <a:gd name="connsiteY3" fmla="*/ 1797923 h 2270839"/>
              <a:gd name="connsiteX4" fmla="*/ 7608716 w 8117568"/>
              <a:gd name="connsiteY4" fmla="*/ 1847667 h 2270839"/>
              <a:gd name="connsiteX5" fmla="*/ 7329940 w 8117568"/>
              <a:gd name="connsiteY5" fmla="*/ 1896360 h 2270839"/>
              <a:gd name="connsiteX6" fmla="*/ 7049935 w 8117568"/>
              <a:gd name="connsiteY6" fmla="*/ 1938046 h 2270839"/>
              <a:gd name="connsiteX7" fmla="*/ 6771159 w 8117568"/>
              <a:gd name="connsiteY7" fmla="*/ 1980083 h 2270839"/>
              <a:gd name="connsiteX8" fmla="*/ 6491154 w 8117568"/>
              <a:gd name="connsiteY8" fmla="*/ 2019318 h 2270839"/>
              <a:gd name="connsiteX9" fmla="*/ 6214834 w 8117568"/>
              <a:gd name="connsiteY9" fmla="*/ 2052947 h 2270839"/>
              <a:gd name="connsiteX10" fmla="*/ 5934829 w 8117568"/>
              <a:gd name="connsiteY10" fmla="*/ 2084825 h 2270839"/>
              <a:gd name="connsiteX11" fmla="*/ 5656053 w 8117568"/>
              <a:gd name="connsiteY11" fmla="*/ 2113901 h 2270839"/>
              <a:gd name="connsiteX12" fmla="*/ 5382188 w 8117568"/>
              <a:gd name="connsiteY12" fmla="*/ 2139123 h 2270839"/>
              <a:gd name="connsiteX13" fmla="*/ 5104640 w 8117568"/>
              <a:gd name="connsiteY13" fmla="*/ 2164345 h 2270839"/>
              <a:gd name="connsiteX14" fmla="*/ 4830776 w 8117568"/>
              <a:gd name="connsiteY14" fmla="*/ 2185364 h 2270839"/>
              <a:gd name="connsiteX15" fmla="*/ 4556912 w 8117568"/>
              <a:gd name="connsiteY15" fmla="*/ 2201828 h 2270839"/>
              <a:gd name="connsiteX16" fmla="*/ 4284276 w 8117568"/>
              <a:gd name="connsiteY16" fmla="*/ 2218994 h 2270839"/>
              <a:gd name="connsiteX17" fmla="*/ 4014096 w 8117568"/>
              <a:gd name="connsiteY17" fmla="*/ 2233356 h 2270839"/>
              <a:gd name="connsiteX18" fmla="*/ 3746372 w 8117568"/>
              <a:gd name="connsiteY18" fmla="*/ 2243515 h 2270839"/>
              <a:gd name="connsiteX19" fmla="*/ 3478648 w 8117568"/>
              <a:gd name="connsiteY19" fmla="*/ 2252273 h 2270839"/>
              <a:gd name="connsiteX20" fmla="*/ 3213381 w 8117568"/>
              <a:gd name="connsiteY20" fmla="*/ 2260680 h 2270839"/>
              <a:gd name="connsiteX21" fmla="*/ 2951798 w 8117568"/>
              <a:gd name="connsiteY21" fmla="*/ 2264534 h 2270839"/>
              <a:gd name="connsiteX22" fmla="*/ 2690215 w 8117568"/>
              <a:gd name="connsiteY22" fmla="*/ 2268737 h 2270839"/>
              <a:gd name="connsiteX23" fmla="*/ 2432316 w 8117568"/>
              <a:gd name="connsiteY23" fmla="*/ 2270839 h 2270839"/>
              <a:gd name="connsiteX24" fmla="*/ 2176873 w 8117568"/>
              <a:gd name="connsiteY24" fmla="*/ 2268737 h 2270839"/>
              <a:gd name="connsiteX25" fmla="*/ 1923887 w 8117568"/>
              <a:gd name="connsiteY25" fmla="*/ 2268737 h 2270839"/>
              <a:gd name="connsiteX26" fmla="*/ 1673356 w 8117568"/>
              <a:gd name="connsiteY26" fmla="*/ 2264534 h 2270839"/>
              <a:gd name="connsiteX27" fmla="*/ 1427738 w 8117568"/>
              <a:gd name="connsiteY27" fmla="*/ 2258228 h 2270839"/>
              <a:gd name="connsiteX28" fmla="*/ 1184577 w 8117568"/>
              <a:gd name="connsiteY28" fmla="*/ 2252273 h 2270839"/>
              <a:gd name="connsiteX29" fmla="*/ 946327 w 8117568"/>
              <a:gd name="connsiteY29" fmla="*/ 2245617 h 2270839"/>
              <a:gd name="connsiteX30" fmla="*/ 709305 w 8117568"/>
              <a:gd name="connsiteY30" fmla="*/ 2235458 h 2270839"/>
              <a:gd name="connsiteX31" fmla="*/ 475970 w 8117568"/>
              <a:gd name="connsiteY31" fmla="*/ 2224598 h 2270839"/>
              <a:gd name="connsiteX32" fmla="*/ 247543 w 8117568"/>
              <a:gd name="connsiteY32" fmla="*/ 2214790 h 2270839"/>
              <a:gd name="connsiteX33" fmla="*/ 0 w 8117568"/>
              <a:gd name="connsiteY33" fmla="*/ 2199423 h 2270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8117568" h="2270839">
                <a:moveTo>
                  <a:pt x="0" y="0"/>
                </a:moveTo>
                <a:lnTo>
                  <a:pt x="8117568" y="0"/>
                </a:lnTo>
                <a:lnTo>
                  <a:pt x="8117568" y="1754616"/>
                </a:lnTo>
                <a:lnTo>
                  <a:pt x="7886265" y="1797923"/>
                </a:lnTo>
                <a:lnTo>
                  <a:pt x="7608716" y="1847667"/>
                </a:lnTo>
                <a:lnTo>
                  <a:pt x="7329940" y="1896360"/>
                </a:lnTo>
                <a:lnTo>
                  <a:pt x="7049935" y="1938046"/>
                </a:lnTo>
                <a:lnTo>
                  <a:pt x="6771159" y="1980083"/>
                </a:lnTo>
                <a:lnTo>
                  <a:pt x="6491154" y="2019318"/>
                </a:lnTo>
                <a:lnTo>
                  <a:pt x="6214834" y="2052947"/>
                </a:lnTo>
                <a:lnTo>
                  <a:pt x="5934829" y="2084825"/>
                </a:lnTo>
                <a:lnTo>
                  <a:pt x="5656053" y="2113901"/>
                </a:lnTo>
                <a:lnTo>
                  <a:pt x="5382188" y="2139123"/>
                </a:lnTo>
                <a:lnTo>
                  <a:pt x="5104640" y="2164345"/>
                </a:lnTo>
                <a:lnTo>
                  <a:pt x="4830776" y="2185364"/>
                </a:lnTo>
                <a:lnTo>
                  <a:pt x="4556912" y="2201828"/>
                </a:lnTo>
                <a:lnTo>
                  <a:pt x="4284276" y="2218994"/>
                </a:lnTo>
                <a:lnTo>
                  <a:pt x="4014096" y="2233356"/>
                </a:lnTo>
                <a:lnTo>
                  <a:pt x="3746372" y="2243515"/>
                </a:lnTo>
                <a:lnTo>
                  <a:pt x="3478648" y="2252273"/>
                </a:lnTo>
                <a:lnTo>
                  <a:pt x="3213381" y="2260680"/>
                </a:lnTo>
                <a:lnTo>
                  <a:pt x="2951798" y="2264534"/>
                </a:lnTo>
                <a:lnTo>
                  <a:pt x="2690215" y="2268737"/>
                </a:lnTo>
                <a:lnTo>
                  <a:pt x="2432316" y="2270839"/>
                </a:lnTo>
                <a:lnTo>
                  <a:pt x="2176873" y="2268737"/>
                </a:lnTo>
                <a:lnTo>
                  <a:pt x="1923887" y="2268737"/>
                </a:lnTo>
                <a:lnTo>
                  <a:pt x="1673356" y="2264534"/>
                </a:lnTo>
                <a:lnTo>
                  <a:pt x="1427738" y="2258228"/>
                </a:lnTo>
                <a:lnTo>
                  <a:pt x="1184577" y="2252273"/>
                </a:lnTo>
                <a:lnTo>
                  <a:pt x="946327" y="2245617"/>
                </a:lnTo>
                <a:lnTo>
                  <a:pt x="709305" y="2235458"/>
                </a:lnTo>
                <a:lnTo>
                  <a:pt x="475970" y="2224598"/>
                </a:lnTo>
                <a:lnTo>
                  <a:pt x="247543" y="2214790"/>
                </a:lnTo>
                <a:lnTo>
                  <a:pt x="0" y="2199423"/>
                </a:lnTo>
                <a:close/>
              </a:path>
            </a:pathLst>
          </a:cu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64CF8A9-3039-2340-B3B7-807178EFF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0288" y="609600"/>
            <a:ext cx="10131425" cy="1110343"/>
          </a:xfrm>
        </p:spPr>
        <p:txBody>
          <a:bodyPr>
            <a:normAutofit/>
          </a:bodyPr>
          <a:lstStyle/>
          <a:p>
            <a:pPr algn="ctr"/>
            <a:r>
              <a:rPr lang="es-ES" dirty="0">
                <a:solidFill>
                  <a:schemeClr val="bg1"/>
                </a:solidFill>
              </a:rPr>
              <a:t>CREACIÓN DE LA API: SERVICIO GETBYID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E6BB7FC-E9AD-04D2-190E-4409FB2B80AD}"/>
              </a:ext>
            </a:extLst>
          </p:cNvPr>
          <p:cNvSpPr txBox="1"/>
          <p:nvPr/>
        </p:nvSpPr>
        <p:spPr>
          <a:xfrm>
            <a:off x="227415" y="2174216"/>
            <a:ext cx="3840667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ca-ES" dirty="0" err="1"/>
              <a:t>Endpoint</a:t>
            </a:r>
            <a:r>
              <a:rPr lang="ca-ES" dirty="0"/>
              <a:t> al que </a:t>
            </a:r>
            <a:r>
              <a:rPr lang="ca-ES" dirty="0" err="1"/>
              <a:t>accederán</a:t>
            </a:r>
            <a:r>
              <a:rPr lang="ca-ES" dirty="0"/>
              <a:t> los </a:t>
            </a:r>
            <a:r>
              <a:rPr lang="ca-ES" dirty="0" err="1"/>
              <a:t>usuarios</a:t>
            </a:r>
            <a:endParaRPr lang="ca-ES" dirty="0"/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E86E6916-7372-949B-FE5A-52E8A5CAACE1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1951630" y="2543548"/>
            <a:ext cx="196119" cy="49802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uadroTexto 19">
            <a:extLst>
              <a:ext uri="{FF2B5EF4-FFF2-40B4-BE49-F238E27FC236}">
                <a16:creationId xmlns:a16="http://schemas.microsoft.com/office/drawing/2014/main" id="{F2117C36-D59F-EFA5-9374-6D17E0B9D147}"/>
              </a:ext>
            </a:extLst>
          </p:cNvPr>
          <p:cNvSpPr txBox="1"/>
          <p:nvPr/>
        </p:nvSpPr>
        <p:spPr>
          <a:xfrm>
            <a:off x="8107000" y="3006486"/>
            <a:ext cx="3914094" cy="36933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ca-ES" dirty="0"/>
              <a:t>Valor a </a:t>
            </a:r>
            <a:r>
              <a:rPr lang="ca-ES" dirty="0" err="1"/>
              <a:t>cambiar</a:t>
            </a:r>
            <a:r>
              <a:rPr lang="ca-ES" dirty="0"/>
              <a:t> por el ? en la consulta</a:t>
            </a:r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408BBAA8-CC04-9F3A-53DE-362836E2C7FB}"/>
              </a:ext>
            </a:extLst>
          </p:cNvPr>
          <p:cNvCxnSpPr>
            <a:cxnSpLocks/>
            <a:stCxn id="20" idx="1"/>
          </p:cNvCxnSpPr>
          <p:nvPr/>
        </p:nvCxnSpPr>
        <p:spPr>
          <a:xfrm flipH="1">
            <a:off x="5431809" y="3191152"/>
            <a:ext cx="2675191" cy="28811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uadroTexto 28">
            <a:extLst>
              <a:ext uri="{FF2B5EF4-FFF2-40B4-BE49-F238E27FC236}">
                <a16:creationId xmlns:a16="http://schemas.microsoft.com/office/drawing/2014/main" id="{4580AC05-538B-A219-1702-E31ED054AD1A}"/>
              </a:ext>
            </a:extLst>
          </p:cNvPr>
          <p:cNvSpPr txBox="1"/>
          <p:nvPr/>
        </p:nvSpPr>
        <p:spPr>
          <a:xfrm>
            <a:off x="8274730" y="4794056"/>
            <a:ext cx="3914094" cy="64633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ca-ES" dirty="0"/>
              <a:t>Si la consulta se </a:t>
            </a:r>
            <a:r>
              <a:rPr lang="ca-ES" dirty="0" err="1"/>
              <a:t>hace</a:t>
            </a:r>
            <a:r>
              <a:rPr lang="ca-ES" dirty="0"/>
              <a:t> </a:t>
            </a:r>
            <a:r>
              <a:rPr lang="ca-ES" dirty="0" err="1"/>
              <a:t>pero</a:t>
            </a:r>
            <a:r>
              <a:rPr lang="ca-ES" dirty="0"/>
              <a:t> no </a:t>
            </a:r>
            <a:r>
              <a:rPr lang="ca-ES" dirty="0" err="1"/>
              <a:t>devuelve</a:t>
            </a:r>
            <a:r>
              <a:rPr lang="ca-ES" dirty="0"/>
              <a:t> nada.</a:t>
            </a:r>
          </a:p>
        </p:txBody>
      </p: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836AFBDF-A525-C19C-ABE9-BA091E51040F}"/>
              </a:ext>
            </a:extLst>
          </p:cNvPr>
          <p:cNvCxnSpPr>
            <a:cxnSpLocks/>
            <a:stCxn id="29" idx="1"/>
          </p:cNvCxnSpPr>
          <p:nvPr/>
        </p:nvCxnSpPr>
        <p:spPr>
          <a:xfrm flipH="1" flipV="1">
            <a:off x="2606722" y="4794056"/>
            <a:ext cx="5668008" cy="32316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uadroTexto 31">
            <a:extLst>
              <a:ext uri="{FF2B5EF4-FFF2-40B4-BE49-F238E27FC236}">
                <a16:creationId xmlns:a16="http://schemas.microsoft.com/office/drawing/2014/main" id="{8D02195A-00A5-89DC-7FF0-2330B98917EE}"/>
              </a:ext>
            </a:extLst>
          </p:cNvPr>
          <p:cNvSpPr txBox="1"/>
          <p:nvPr/>
        </p:nvSpPr>
        <p:spPr>
          <a:xfrm>
            <a:off x="8274731" y="5718505"/>
            <a:ext cx="2643478" cy="369332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ca-ES" dirty="0" err="1"/>
              <a:t>Cuerpo</a:t>
            </a:r>
            <a:r>
              <a:rPr lang="ca-ES" dirty="0"/>
              <a:t> del JSON </a:t>
            </a:r>
            <a:r>
              <a:rPr lang="ca-ES" dirty="0" err="1"/>
              <a:t>devuelto</a:t>
            </a:r>
            <a:endParaRPr lang="ca-ES" dirty="0"/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3E2B6E0A-4170-FA49-6DFD-7D33EE6CE3FC}"/>
              </a:ext>
            </a:extLst>
          </p:cNvPr>
          <p:cNvCxnSpPr>
            <a:cxnSpLocks/>
            <a:stCxn id="32" idx="1"/>
          </p:cNvCxnSpPr>
          <p:nvPr/>
        </p:nvCxnSpPr>
        <p:spPr>
          <a:xfrm flipH="1" flipV="1">
            <a:off x="3820886" y="5784469"/>
            <a:ext cx="4453845" cy="11870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uadroTexto 34">
            <a:extLst>
              <a:ext uri="{FF2B5EF4-FFF2-40B4-BE49-F238E27FC236}">
                <a16:creationId xmlns:a16="http://schemas.microsoft.com/office/drawing/2014/main" id="{BB7F45E4-AC25-0000-D88A-19717151C705}"/>
              </a:ext>
            </a:extLst>
          </p:cNvPr>
          <p:cNvSpPr txBox="1"/>
          <p:nvPr/>
        </p:nvSpPr>
        <p:spPr>
          <a:xfrm>
            <a:off x="8274731" y="6268367"/>
            <a:ext cx="3914094" cy="369332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ca-ES" dirty="0"/>
              <a:t>Nombre de la </a:t>
            </a:r>
            <a:r>
              <a:rPr lang="ca-ES" dirty="0" err="1"/>
              <a:t>clave</a:t>
            </a:r>
            <a:r>
              <a:rPr lang="ca-ES" dirty="0"/>
              <a:t> del </a:t>
            </a:r>
            <a:r>
              <a:rPr lang="ca-ES" dirty="0" err="1"/>
              <a:t>objeto</a:t>
            </a:r>
            <a:r>
              <a:rPr lang="ca-ES" dirty="0"/>
              <a:t> </a:t>
            </a:r>
            <a:r>
              <a:rPr lang="ca-ES" dirty="0" err="1"/>
              <a:t>devuelto</a:t>
            </a:r>
            <a:endParaRPr lang="ca-ES" dirty="0"/>
          </a:p>
        </p:txBody>
      </p: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4ECCD938-CBC6-C17D-5059-96A1B15C0789}"/>
              </a:ext>
            </a:extLst>
          </p:cNvPr>
          <p:cNvCxnSpPr>
            <a:cxnSpLocks/>
            <a:stCxn id="35" idx="1"/>
          </p:cNvCxnSpPr>
          <p:nvPr/>
        </p:nvCxnSpPr>
        <p:spPr>
          <a:xfrm flipH="1" flipV="1">
            <a:off x="2606722" y="5791115"/>
            <a:ext cx="5668009" cy="661918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70749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1EB41F2-E181-4D4D-9131-A30F6B0AE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D63CC92-C517-4C71-9222-4579252CD6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70839"/>
          </a:xfrm>
          <a:custGeom>
            <a:avLst/>
            <a:gdLst>
              <a:gd name="connsiteX0" fmla="*/ 0 w 12192000"/>
              <a:gd name="connsiteY0" fmla="*/ 0 h 2270839"/>
              <a:gd name="connsiteX1" fmla="*/ 12192000 w 12192000"/>
              <a:gd name="connsiteY1" fmla="*/ 0 h 2270839"/>
              <a:gd name="connsiteX2" fmla="*/ 12192000 w 12192000"/>
              <a:gd name="connsiteY2" fmla="*/ 213719 h 2270839"/>
              <a:gd name="connsiteX3" fmla="*/ 12192000 w 12192000"/>
              <a:gd name="connsiteY3" fmla="*/ 471948 h 2270839"/>
              <a:gd name="connsiteX4" fmla="*/ 12192000 w 12192000"/>
              <a:gd name="connsiteY4" fmla="*/ 519830 h 2270839"/>
              <a:gd name="connsiteX5" fmla="*/ 12192000 w 12192000"/>
              <a:gd name="connsiteY5" fmla="*/ 744793 h 2270839"/>
              <a:gd name="connsiteX6" fmla="*/ 12192000 w 12192000"/>
              <a:gd name="connsiteY6" fmla="*/ 1754021 h 2270839"/>
              <a:gd name="connsiteX7" fmla="*/ 11957522 w 12192000"/>
              <a:gd name="connsiteY7" fmla="*/ 1797923 h 2270839"/>
              <a:gd name="connsiteX8" fmla="*/ 11679973 w 12192000"/>
              <a:gd name="connsiteY8" fmla="*/ 1847667 h 2270839"/>
              <a:gd name="connsiteX9" fmla="*/ 11401197 w 12192000"/>
              <a:gd name="connsiteY9" fmla="*/ 1896360 h 2270839"/>
              <a:gd name="connsiteX10" fmla="*/ 11121192 w 12192000"/>
              <a:gd name="connsiteY10" fmla="*/ 1938046 h 2270839"/>
              <a:gd name="connsiteX11" fmla="*/ 10842416 w 12192000"/>
              <a:gd name="connsiteY11" fmla="*/ 1980083 h 2270839"/>
              <a:gd name="connsiteX12" fmla="*/ 10562411 w 12192000"/>
              <a:gd name="connsiteY12" fmla="*/ 2019318 h 2270839"/>
              <a:gd name="connsiteX13" fmla="*/ 10286091 w 12192000"/>
              <a:gd name="connsiteY13" fmla="*/ 2052947 h 2270839"/>
              <a:gd name="connsiteX14" fmla="*/ 10006086 w 12192000"/>
              <a:gd name="connsiteY14" fmla="*/ 2084825 h 2270839"/>
              <a:gd name="connsiteX15" fmla="*/ 9727310 w 12192000"/>
              <a:gd name="connsiteY15" fmla="*/ 2113901 h 2270839"/>
              <a:gd name="connsiteX16" fmla="*/ 9453445 w 12192000"/>
              <a:gd name="connsiteY16" fmla="*/ 2139123 h 2270839"/>
              <a:gd name="connsiteX17" fmla="*/ 9175897 w 12192000"/>
              <a:gd name="connsiteY17" fmla="*/ 2164345 h 2270839"/>
              <a:gd name="connsiteX18" fmla="*/ 8902033 w 12192000"/>
              <a:gd name="connsiteY18" fmla="*/ 2185364 h 2270839"/>
              <a:gd name="connsiteX19" fmla="*/ 8628169 w 12192000"/>
              <a:gd name="connsiteY19" fmla="*/ 2201828 h 2270839"/>
              <a:gd name="connsiteX20" fmla="*/ 8355533 w 12192000"/>
              <a:gd name="connsiteY20" fmla="*/ 2218994 h 2270839"/>
              <a:gd name="connsiteX21" fmla="*/ 8085353 w 12192000"/>
              <a:gd name="connsiteY21" fmla="*/ 2233356 h 2270839"/>
              <a:gd name="connsiteX22" fmla="*/ 7817629 w 12192000"/>
              <a:gd name="connsiteY22" fmla="*/ 2243515 h 2270839"/>
              <a:gd name="connsiteX23" fmla="*/ 7549905 w 12192000"/>
              <a:gd name="connsiteY23" fmla="*/ 2252273 h 2270839"/>
              <a:gd name="connsiteX24" fmla="*/ 7284638 w 12192000"/>
              <a:gd name="connsiteY24" fmla="*/ 2260680 h 2270839"/>
              <a:gd name="connsiteX25" fmla="*/ 7023055 w 12192000"/>
              <a:gd name="connsiteY25" fmla="*/ 2264534 h 2270839"/>
              <a:gd name="connsiteX26" fmla="*/ 6761472 w 12192000"/>
              <a:gd name="connsiteY26" fmla="*/ 2268737 h 2270839"/>
              <a:gd name="connsiteX27" fmla="*/ 6503573 w 12192000"/>
              <a:gd name="connsiteY27" fmla="*/ 2270839 h 2270839"/>
              <a:gd name="connsiteX28" fmla="*/ 6248130 w 12192000"/>
              <a:gd name="connsiteY28" fmla="*/ 2268737 h 2270839"/>
              <a:gd name="connsiteX29" fmla="*/ 5995144 w 12192000"/>
              <a:gd name="connsiteY29" fmla="*/ 2268737 h 2270839"/>
              <a:gd name="connsiteX30" fmla="*/ 5744613 w 12192000"/>
              <a:gd name="connsiteY30" fmla="*/ 2264534 h 2270839"/>
              <a:gd name="connsiteX31" fmla="*/ 5498995 w 12192000"/>
              <a:gd name="connsiteY31" fmla="*/ 2258228 h 2270839"/>
              <a:gd name="connsiteX32" fmla="*/ 5255834 w 12192000"/>
              <a:gd name="connsiteY32" fmla="*/ 2252273 h 2270839"/>
              <a:gd name="connsiteX33" fmla="*/ 5017584 w 12192000"/>
              <a:gd name="connsiteY33" fmla="*/ 2245617 h 2270839"/>
              <a:gd name="connsiteX34" fmla="*/ 4780562 w 12192000"/>
              <a:gd name="connsiteY34" fmla="*/ 2235458 h 2270839"/>
              <a:gd name="connsiteX35" fmla="*/ 4547227 w 12192000"/>
              <a:gd name="connsiteY35" fmla="*/ 2224598 h 2270839"/>
              <a:gd name="connsiteX36" fmla="*/ 4318800 w 12192000"/>
              <a:gd name="connsiteY36" fmla="*/ 2214790 h 2270839"/>
              <a:gd name="connsiteX37" fmla="*/ 3873004 w 12192000"/>
              <a:gd name="connsiteY37" fmla="*/ 2187115 h 2270839"/>
              <a:gd name="connsiteX38" fmla="*/ 3445628 w 12192000"/>
              <a:gd name="connsiteY38" fmla="*/ 2157690 h 2270839"/>
              <a:gd name="connsiteX39" fmla="*/ 3035446 w 12192000"/>
              <a:gd name="connsiteY39" fmla="*/ 2126862 h 2270839"/>
              <a:gd name="connsiteX40" fmla="*/ 2647370 w 12192000"/>
              <a:gd name="connsiteY40" fmla="*/ 2092883 h 2270839"/>
              <a:gd name="connsiteX41" fmla="*/ 2276487 w 12192000"/>
              <a:gd name="connsiteY41" fmla="*/ 2057501 h 2270839"/>
              <a:gd name="connsiteX42" fmla="*/ 1932621 w 12192000"/>
              <a:gd name="connsiteY42" fmla="*/ 2019318 h 2270839"/>
              <a:gd name="connsiteX43" fmla="*/ 1609634 w 12192000"/>
              <a:gd name="connsiteY43" fmla="*/ 1981835 h 2270839"/>
              <a:gd name="connsiteX44" fmla="*/ 1312435 w 12192000"/>
              <a:gd name="connsiteY44" fmla="*/ 1944352 h 2270839"/>
              <a:gd name="connsiteX45" fmla="*/ 1039799 w 12192000"/>
              <a:gd name="connsiteY45" fmla="*/ 1908971 h 2270839"/>
              <a:gd name="connsiteX46" fmla="*/ 797865 w 12192000"/>
              <a:gd name="connsiteY46" fmla="*/ 1875341 h 2270839"/>
              <a:gd name="connsiteX47" fmla="*/ 579265 w 12192000"/>
              <a:gd name="connsiteY47" fmla="*/ 1843463 h 2270839"/>
              <a:gd name="connsiteX48" fmla="*/ 395052 w 12192000"/>
              <a:gd name="connsiteY48" fmla="*/ 1816840 h 2270839"/>
              <a:gd name="connsiteX49" fmla="*/ 240312 w 12192000"/>
              <a:gd name="connsiteY49" fmla="*/ 1791617 h 2270839"/>
              <a:gd name="connsiteX50" fmla="*/ 27853 w 12192000"/>
              <a:gd name="connsiteY50" fmla="*/ 1755536 h 2270839"/>
              <a:gd name="connsiteX51" fmla="*/ 0 w 12192000"/>
              <a:gd name="connsiteY51" fmla="*/ 1750823 h 2270839"/>
              <a:gd name="connsiteX52" fmla="*/ 0 w 12192000"/>
              <a:gd name="connsiteY52" fmla="*/ 744793 h 2270839"/>
              <a:gd name="connsiteX53" fmla="*/ 0 w 12192000"/>
              <a:gd name="connsiteY53" fmla="*/ 519830 h 2270839"/>
              <a:gd name="connsiteX54" fmla="*/ 0 w 12192000"/>
              <a:gd name="connsiteY54" fmla="*/ 471948 h 2270839"/>
              <a:gd name="connsiteX55" fmla="*/ 0 w 12192000"/>
              <a:gd name="connsiteY55" fmla="*/ 213719 h 2270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000" h="2270839">
                <a:moveTo>
                  <a:pt x="0" y="0"/>
                </a:moveTo>
                <a:lnTo>
                  <a:pt x="12192000" y="0"/>
                </a:lnTo>
                <a:lnTo>
                  <a:pt x="12192000" y="213719"/>
                </a:lnTo>
                <a:lnTo>
                  <a:pt x="12192000" y="471948"/>
                </a:lnTo>
                <a:lnTo>
                  <a:pt x="12192000" y="519830"/>
                </a:lnTo>
                <a:lnTo>
                  <a:pt x="12192000" y="744793"/>
                </a:lnTo>
                <a:lnTo>
                  <a:pt x="12192000" y="1754021"/>
                </a:lnTo>
                <a:lnTo>
                  <a:pt x="11957522" y="1797923"/>
                </a:lnTo>
                <a:lnTo>
                  <a:pt x="11679973" y="1847667"/>
                </a:lnTo>
                <a:lnTo>
                  <a:pt x="11401197" y="1896360"/>
                </a:lnTo>
                <a:lnTo>
                  <a:pt x="11121192" y="1938046"/>
                </a:lnTo>
                <a:lnTo>
                  <a:pt x="10842416" y="1980083"/>
                </a:lnTo>
                <a:lnTo>
                  <a:pt x="10562411" y="2019318"/>
                </a:lnTo>
                <a:lnTo>
                  <a:pt x="10286091" y="2052947"/>
                </a:lnTo>
                <a:lnTo>
                  <a:pt x="10006086" y="2084825"/>
                </a:lnTo>
                <a:lnTo>
                  <a:pt x="9727310" y="2113901"/>
                </a:lnTo>
                <a:lnTo>
                  <a:pt x="9453445" y="2139123"/>
                </a:lnTo>
                <a:lnTo>
                  <a:pt x="9175897" y="2164345"/>
                </a:lnTo>
                <a:lnTo>
                  <a:pt x="8902033" y="2185364"/>
                </a:lnTo>
                <a:lnTo>
                  <a:pt x="8628169" y="2201828"/>
                </a:lnTo>
                <a:lnTo>
                  <a:pt x="8355533" y="2218994"/>
                </a:lnTo>
                <a:lnTo>
                  <a:pt x="8085353" y="2233356"/>
                </a:lnTo>
                <a:lnTo>
                  <a:pt x="7817629" y="2243515"/>
                </a:lnTo>
                <a:lnTo>
                  <a:pt x="7549905" y="2252273"/>
                </a:lnTo>
                <a:lnTo>
                  <a:pt x="7284638" y="2260680"/>
                </a:lnTo>
                <a:lnTo>
                  <a:pt x="7023055" y="2264534"/>
                </a:lnTo>
                <a:lnTo>
                  <a:pt x="6761472" y="2268737"/>
                </a:lnTo>
                <a:lnTo>
                  <a:pt x="6503573" y="2270839"/>
                </a:lnTo>
                <a:lnTo>
                  <a:pt x="6248130" y="2268737"/>
                </a:lnTo>
                <a:lnTo>
                  <a:pt x="5995144" y="2268737"/>
                </a:lnTo>
                <a:lnTo>
                  <a:pt x="5744613" y="2264534"/>
                </a:lnTo>
                <a:lnTo>
                  <a:pt x="5498995" y="2258228"/>
                </a:lnTo>
                <a:lnTo>
                  <a:pt x="5255834" y="2252273"/>
                </a:lnTo>
                <a:lnTo>
                  <a:pt x="5017584" y="2245617"/>
                </a:lnTo>
                <a:lnTo>
                  <a:pt x="4780562" y="2235458"/>
                </a:lnTo>
                <a:lnTo>
                  <a:pt x="4547227" y="2224598"/>
                </a:lnTo>
                <a:lnTo>
                  <a:pt x="4318800" y="2214790"/>
                </a:lnTo>
                <a:lnTo>
                  <a:pt x="3873004" y="2187115"/>
                </a:lnTo>
                <a:lnTo>
                  <a:pt x="3445628" y="2157690"/>
                </a:lnTo>
                <a:lnTo>
                  <a:pt x="3035446" y="2126862"/>
                </a:lnTo>
                <a:lnTo>
                  <a:pt x="2647370" y="2092883"/>
                </a:lnTo>
                <a:lnTo>
                  <a:pt x="2276487" y="2057501"/>
                </a:lnTo>
                <a:lnTo>
                  <a:pt x="1932621" y="2019318"/>
                </a:lnTo>
                <a:lnTo>
                  <a:pt x="1609634" y="1981835"/>
                </a:lnTo>
                <a:lnTo>
                  <a:pt x="1312435" y="1944352"/>
                </a:lnTo>
                <a:lnTo>
                  <a:pt x="1039799" y="1908971"/>
                </a:lnTo>
                <a:lnTo>
                  <a:pt x="797865" y="1875341"/>
                </a:lnTo>
                <a:lnTo>
                  <a:pt x="579265" y="1843463"/>
                </a:lnTo>
                <a:lnTo>
                  <a:pt x="395052" y="1816840"/>
                </a:lnTo>
                <a:lnTo>
                  <a:pt x="240312" y="1791617"/>
                </a:lnTo>
                <a:lnTo>
                  <a:pt x="27853" y="1755536"/>
                </a:lnTo>
                <a:lnTo>
                  <a:pt x="0" y="1750823"/>
                </a:lnTo>
                <a:lnTo>
                  <a:pt x="0" y="744793"/>
                </a:lnTo>
                <a:lnTo>
                  <a:pt x="0" y="519830"/>
                </a:lnTo>
                <a:lnTo>
                  <a:pt x="0" y="471948"/>
                </a:lnTo>
                <a:lnTo>
                  <a:pt x="0" y="213719"/>
                </a:lnTo>
                <a:close/>
              </a:path>
            </a:pathLst>
          </a:custGeom>
          <a:solidFill>
            <a:schemeClr val="tx2"/>
          </a:solidFill>
          <a:ln w="444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0A39FDC-39F4-4CB7-873B-8D786EC02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00" b="63148"/>
          <a:stretch/>
        </p:blipFill>
        <p:spPr>
          <a:xfrm>
            <a:off x="4071257" y="1"/>
            <a:ext cx="8117568" cy="2270839"/>
          </a:xfrm>
          <a:custGeom>
            <a:avLst/>
            <a:gdLst>
              <a:gd name="connsiteX0" fmla="*/ 0 w 8117568"/>
              <a:gd name="connsiteY0" fmla="*/ 0 h 2270839"/>
              <a:gd name="connsiteX1" fmla="*/ 8117568 w 8117568"/>
              <a:gd name="connsiteY1" fmla="*/ 0 h 2270839"/>
              <a:gd name="connsiteX2" fmla="*/ 8117568 w 8117568"/>
              <a:gd name="connsiteY2" fmla="*/ 1754616 h 2270839"/>
              <a:gd name="connsiteX3" fmla="*/ 7886265 w 8117568"/>
              <a:gd name="connsiteY3" fmla="*/ 1797923 h 2270839"/>
              <a:gd name="connsiteX4" fmla="*/ 7608716 w 8117568"/>
              <a:gd name="connsiteY4" fmla="*/ 1847667 h 2270839"/>
              <a:gd name="connsiteX5" fmla="*/ 7329940 w 8117568"/>
              <a:gd name="connsiteY5" fmla="*/ 1896360 h 2270839"/>
              <a:gd name="connsiteX6" fmla="*/ 7049935 w 8117568"/>
              <a:gd name="connsiteY6" fmla="*/ 1938046 h 2270839"/>
              <a:gd name="connsiteX7" fmla="*/ 6771159 w 8117568"/>
              <a:gd name="connsiteY7" fmla="*/ 1980083 h 2270839"/>
              <a:gd name="connsiteX8" fmla="*/ 6491154 w 8117568"/>
              <a:gd name="connsiteY8" fmla="*/ 2019318 h 2270839"/>
              <a:gd name="connsiteX9" fmla="*/ 6214834 w 8117568"/>
              <a:gd name="connsiteY9" fmla="*/ 2052947 h 2270839"/>
              <a:gd name="connsiteX10" fmla="*/ 5934829 w 8117568"/>
              <a:gd name="connsiteY10" fmla="*/ 2084825 h 2270839"/>
              <a:gd name="connsiteX11" fmla="*/ 5656053 w 8117568"/>
              <a:gd name="connsiteY11" fmla="*/ 2113901 h 2270839"/>
              <a:gd name="connsiteX12" fmla="*/ 5382188 w 8117568"/>
              <a:gd name="connsiteY12" fmla="*/ 2139123 h 2270839"/>
              <a:gd name="connsiteX13" fmla="*/ 5104640 w 8117568"/>
              <a:gd name="connsiteY13" fmla="*/ 2164345 h 2270839"/>
              <a:gd name="connsiteX14" fmla="*/ 4830776 w 8117568"/>
              <a:gd name="connsiteY14" fmla="*/ 2185364 h 2270839"/>
              <a:gd name="connsiteX15" fmla="*/ 4556912 w 8117568"/>
              <a:gd name="connsiteY15" fmla="*/ 2201828 h 2270839"/>
              <a:gd name="connsiteX16" fmla="*/ 4284276 w 8117568"/>
              <a:gd name="connsiteY16" fmla="*/ 2218994 h 2270839"/>
              <a:gd name="connsiteX17" fmla="*/ 4014096 w 8117568"/>
              <a:gd name="connsiteY17" fmla="*/ 2233356 h 2270839"/>
              <a:gd name="connsiteX18" fmla="*/ 3746372 w 8117568"/>
              <a:gd name="connsiteY18" fmla="*/ 2243515 h 2270839"/>
              <a:gd name="connsiteX19" fmla="*/ 3478648 w 8117568"/>
              <a:gd name="connsiteY19" fmla="*/ 2252273 h 2270839"/>
              <a:gd name="connsiteX20" fmla="*/ 3213381 w 8117568"/>
              <a:gd name="connsiteY20" fmla="*/ 2260680 h 2270839"/>
              <a:gd name="connsiteX21" fmla="*/ 2951798 w 8117568"/>
              <a:gd name="connsiteY21" fmla="*/ 2264534 h 2270839"/>
              <a:gd name="connsiteX22" fmla="*/ 2690215 w 8117568"/>
              <a:gd name="connsiteY22" fmla="*/ 2268737 h 2270839"/>
              <a:gd name="connsiteX23" fmla="*/ 2432316 w 8117568"/>
              <a:gd name="connsiteY23" fmla="*/ 2270839 h 2270839"/>
              <a:gd name="connsiteX24" fmla="*/ 2176873 w 8117568"/>
              <a:gd name="connsiteY24" fmla="*/ 2268737 h 2270839"/>
              <a:gd name="connsiteX25" fmla="*/ 1923887 w 8117568"/>
              <a:gd name="connsiteY25" fmla="*/ 2268737 h 2270839"/>
              <a:gd name="connsiteX26" fmla="*/ 1673356 w 8117568"/>
              <a:gd name="connsiteY26" fmla="*/ 2264534 h 2270839"/>
              <a:gd name="connsiteX27" fmla="*/ 1427738 w 8117568"/>
              <a:gd name="connsiteY27" fmla="*/ 2258228 h 2270839"/>
              <a:gd name="connsiteX28" fmla="*/ 1184577 w 8117568"/>
              <a:gd name="connsiteY28" fmla="*/ 2252273 h 2270839"/>
              <a:gd name="connsiteX29" fmla="*/ 946327 w 8117568"/>
              <a:gd name="connsiteY29" fmla="*/ 2245617 h 2270839"/>
              <a:gd name="connsiteX30" fmla="*/ 709305 w 8117568"/>
              <a:gd name="connsiteY30" fmla="*/ 2235458 h 2270839"/>
              <a:gd name="connsiteX31" fmla="*/ 475970 w 8117568"/>
              <a:gd name="connsiteY31" fmla="*/ 2224598 h 2270839"/>
              <a:gd name="connsiteX32" fmla="*/ 247543 w 8117568"/>
              <a:gd name="connsiteY32" fmla="*/ 2214790 h 2270839"/>
              <a:gd name="connsiteX33" fmla="*/ 0 w 8117568"/>
              <a:gd name="connsiteY33" fmla="*/ 2199423 h 2270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8117568" h="2270839">
                <a:moveTo>
                  <a:pt x="0" y="0"/>
                </a:moveTo>
                <a:lnTo>
                  <a:pt x="8117568" y="0"/>
                </a:lnTo>
                <a:lnTo>
                  <a:pt x="8117568" y="1754616"/>
                </a:lnTo>
                <a:lnTo>
                  <a:pt x="7886265" y="1797923"/>
                </a:lnTo>
                <a:lnTo>
                  <a:pt x="7608716" y="1847667"/>
                </a:lnTo>
                <a:lnTo>
                  <a:pt x="7329940" y="1896360"/>
                </a:lnTo>
                <a:lnTo>
                  <a:pt x="7049935" y="1938046"/>
                </a:lnTo>
                <a:lnTo>
                  <a:pt x="6771159" y="1980083"/>
                </a:lnTo>
                <a:lnTo>
                  <a:pt x="6491154" y="2019318"/>
                </a:lnTo>
                <a:lnTo>
                  <a:pt x="6214834" y="2052947"/>
                </a:lnTo>
                <a:lnTo>
                  <a:pt x="5934829" y="2084825"/>
                </a:lnTo>
                <a:lnTo>
                  <a:pt x="5656053" y="2113901"/>
                </a:lnTo>
                <a:lnTo>
                  <a:pt x="5382188" y="2139123"/>
                </a:lnTo>
                <a:lnTo>
                  <a:pt x="5104640" y="2164345"/>
                </a:lnTo>
                <a:lnTo>
                  <a:pt x="4830776" y="2185364"/>
                </a:lnTo>
                <a:lnTo>
                  <a:pt x="4556912" y="2201828"/>
                </a:lnTo>
                <a:lnTo>
                  <a:pt x="4284276" y="2218994"/>
                </a:lnTo>
                <a:lnTo>
                  <a:pt x="4014096" y="2233356"/>
                </a:lnTo>
                <a:lnTo>
                  <a:pt x="3746372" y="2243515"/>
                </a:lnTo>
                <a:lnTo>
                  <a:pt x="3478648" y="2252273"/>
                </a:lnTo>
                <a:lnTo>
                  <a:pt x="3213381" y="2260680"/>
                </a:lnTo>
                <a:lnTo>
                  <a:pt x="2951798" y="2264534"/>
                </a:lnTo>
                <a:lnTo>
                  <a:pt x="2690215" y="2268737"/>
                </a:lnTo>
                <a:lnTo>
                  <a:pt x="2432316" y="2270839"/>
                </a:lnTo>
                <a:lnTo>
                  <a:pt x="2176873" y="2268737"/>
                </a:lnTo>
                <a:lnTo>
                  <a:pt x="1923887" y="2268737"/>
                </a:lnTo>
                <a:lnTo>
                  <a:pt x="1673356" y="2264534"/>
                </a:lnTo>
                <a:lnTo>
                  <a:pt x="1427738" y="2258228"/>
                </a:lnTo>
                <a:lnTo>
                  <a:pt x="1184577" y="2252273"/>
                </a:lnTo>
                <a:lnTo>
                  <a:pt x="946327" y="2245617"/>
                </a:lnTo>
                <a:lnTo>
                  <a:pt x="709305" y="2235458"/>
                </a:lnTo>
                <a:lnTo>
                  <a:pt x="475970" y="2224598"/>
                </a:lnTo>
                <a:lnTo>
                  <a:pt x="247543" y="2214790"/>
                </a:lnTo>
                <a:lnTo>
                  <a:pt x="0" y="2199423"/>
                </a:lnTo>
                <a:close/>
              </a:path>
            </a:pathLst>
          </a:cu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64CF8A9-3039-2340-B3B7-807178EFF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0288" y="609600"/>
            <a:ext cx="10131425" cy="1110343"/>
          </a:xfrm>
        </p:spPr>
        <p:txBody>
          <a:bodyPr>
            <a:normAutofit/>
          </a:bodyPr>
          <a:lstStyle/>
          <a:p>
            <a:pPr algn="ctr"/>
            <a:r>
              <a:rPr lang="es-ES" dirty="0">
                <a:solidFill>
                  <a:schemeClr val="bg1"/>
                </a:solidFill>
              </a:rPr>
              <a:t>CREACIÓN DE LA API: SERVICIO POST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F2117C36-D59F-EFA5-9374-6D17E0B9D147}"/>
              </a:ext>
            </a:extLst>
          </p:cNvPr>
          <p:cNvSpPr txBox="1"/>
          <p:nvPr/>
        </p:nvSpPr>
        <p:spPr>
          <a:xfrm>
            <a:off x="7556866" y="2553218"/>
            <a:ext cx="2156116" cy="36933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ca-ES" dirty="0" err="1"/>
              <a:t>Instrucción</a:t>
            </a:r>
            <a:r>
              <a:rPr lang="ca-ES" dirty="0"/>
              <a:t> de Insert</a:t>
            </a:r>
          </a:p>
        </p:txBody>
      </p:sp>
      <p:pic>
        <p:nvPicPr>
          <p:cNvPr id="4" name="Imagen 3" descr="Captura de pantalla de un celular&#10;&#10;Descripción generada automáticamente">
            <a:extLst>
              <a:ext uri="{FF2B5EF4-FFF2-40B4-BE49-F238E27FC236}">
                <a16:creationId xmlns:a16="http://schemas.microsoft.com/office/drawing/2014/main" id="{F16AADD7-A4AF-53A5-5C43-2BD3E16088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411" y="3120353"/>
            <a:ext cx="11821291" cy="2839475"/>
          </a:xfrm>
          <a:prstGeom prst="rect">
            <a:avLst/>
          </a:prstGeom>
        </p:spPr>
      </p:pic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408BBAA8-CC04-9F3A-53DE-362836E2C7FB}"/>
              </a:ext>
            </a:extLst>
          </p:cNvPr>
          <p:cNvCxnSpPr>
            <a:cxnSpLocks/>
            <a:stCxn id="20" idx="1"/>
          </p:cNvCxnSpPr>
          <p:nvPr/>
        </p:nvCxnSpPr>
        <p:spPr>
          <a:xfrm flipH="1">
            <a:off x="4353636" y="2737884"/>
            <a:ext cx="3203230" cy="783564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0D92C24-8AF8-4382-70C4-3D667009D65C}"/>
              </a:ext>
            </a:extLst>
          </p:cNvPr>
          <p:cNvSpPr txBox="1"/>
          <p:nvPr/>
        </p:nvSpPr>
        <p:spPr>
          <a:xfrm>
            <a:off x="6330842" y="6186815"/>
            <a:ext cx="5201515" cy="36933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ca-ES" dirty="0" err="1"/>
              <a:t>Devuelve</a:t>
            </a:r>
            <a:r>
              <a:rPr lang="ca-ES" dirty="0"/>
              <a:t> el </a:t>
            </a:r>
            <a:r>
              <a:rPr lang="ca-ES" dirty="0" err="1"/>
              <a:t>usuario</a:t>
            </a:r>
            <a:r>
              <a:rPr lang="ca-ES" dirty="0"/>
              <a:t> </a:t>
            </a:r>
            <a:r>
              <a:rPr lang="ca-ES" dirty="0" err="1"/>
              <a:t>insertado</a:t>
            </a:r>
            <a:r>
              <a:rPr lang="ca-ES" dirty="0"/>
              <a:t> </a:t>
            </a:r>
            <a:r>
              <a:rPr lang="ca-ES" dirty="0" err="1"/>
              <a:t>y</a:t>
            </a:r>
            <a:r>
              <a:rPr lang="ca-ES" dirty="0"/>
              <a:t> un </a:t>
            </a:r>
            <a:r>
              <a:rPr lang="ca-ES" dirty="0" err="1"/>
              <a:t>mensaje</a:t>
            </a:r>
            <a:r>
              <a:rPr lang="ca-ES" dirty="0"/>
              <a:t> de </a:t>
            </a:r>
            <a:r>
              <a:rPr lang="ca-ES" dirty="0" err="1"/>
              <a:t>éxito</a:t>
            </a:r>
            <a:endParaRPr lang="ca-ES" dirty="0"/>
          </a:p>
        </p:txBody>
      </p: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011E4CEF-6F6E-6579-DD2C-7B5EEFE85A01}"/>
              </a:ext>
            </a:extLst>
          </p:cNvPr>
          <p:cNvCxnSpPr>
            <a:cxnSpLocks/>
            <a:stCxn id="13" idx="1"/>
          </p:cNvCxnSpPr>
          <p:nvPr/>
        </p:nvCxnSpPr>
        <p:spPr>
          <a:xfrm flipH="1" flipV="1">
            <a:off x="6096000" y="5172502"/>
            <a:ext cx="234842" cy="119897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41586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1EB41F2-E181-4D4D-9131-A30F6B0AE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D63CC92-C517-4C71-9222-4579252CD6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70839"/>
          </a:xfrm>
          <a:custGeom>
            <a:avLst/>
            <a:gdLst>
              <a:gd name="connsiteX0" fmla="*/ 0 w 12192000"/>
              <a:gd name="connsiteY0" fmla="*/ 0 h 2270839"/>
              <a:gd name="connsiteX1" fmla="*/ 12192000 w 12192000"/>
              <a:gd name="connsiteY1" fmla="*/ 0 h 2270839"/>
              <a:gd name="connsiteX2" fmla="*/ 12192000 w 12192000"/>
              <a:gd name="connsiteY2" fmla="*/ 213719 h 2270839"/>
              <a:gd name="connsiteX3" fmla="*/ 12192000 w 12192000"/>
              <a:gd name="connsiteY3" fmla="*/ 471948 h 2270839"/>
              <a:gd name="connsiteX4" fmla="*/ 12192000 w 12192000"/>
              <a:gd name="connsiteY4" fmla="*/ 519830 h 2270839"/>
              <a:gd name="connsiteX5" fmla="*/ 12192000 w 12192000"/>
              <a:gd name="connsiteY5" fmla="*/ 744793 h 2270839"/>
              <a:gd name="connsiteX6" fmla="*/ 12192000 w 12192000"/>
              <a:gd name="connsiteY6" fmla="*/ 1754021 h 2270839"/>
              <a:gd name="connsiteX7" fmla="*/ 11957522 w 12192000"/>
              <a:gd name="connsiteY7" fmla="*/ 1797923 h 2270839"/>
              <a:gd name="connsiteX8" fmla="*/ 11679973 w 12192000"/>
              <a:gd name="connsiteY8" fmla="*/ 1847667 h 2270839"/>
              <a:gd name="connsiteX9" fmla="*/ 11401197 w 12192000"/>
              <a:gd name="connsiteY9" fmla="*/ 1896360 h 2270839"/>
              <a:gd name="connsiteX10" fmla="*/ 11121192 w 12192000"/>
              <a:gd name="connsiteY10" fmla="*/ 1938046 h 2270839"/>
              <a:gd name="connsiteX11" fmla="*/ 10842416 w 12192000"/>
              <a:gd name="connsiteY11" fmla="*/ 1980083 h 2270839"/>
              <a:gd name="connsiteX12" fmla="*/ 10562411 w 12192000"/>
              <a:gd name="connsiteY12" fmla="*/ 2019318 h 2270839"/>
              <a:gd name="connsiteX13" fmla="*/ 10286091 w 12192000"/>
              <a:gd name="connsiteY13" fmla="*/ 2052947 h 2270839"/>
              <a:gd name="connsiteX14" fmla="*/ 10006086 w 12192000"/>
              <a:gd name="connsiteY14" fmla="*/ 2084825 h 2270839"/>
              <a:gd name="connsiteX15" fmla="*/ 9727310 w 12192000"/>
              <a:gd name="connsiteY15" fmla="*/ 2113901 h 2270839"/>
              <a:gd name="connsiteX16" fmla="*/ 9453445 w 12192000"/>
              <a:gd name="connsiteY16" fmla="*/ 2139123 h 2270839"/>
              <a:gd name="connsiteX17" fmla="*/ 9175897 w 12192000"/>
              <a:gd name="connsiteY17" fmla="*/ 2164345 h 2270839"/>
              <a:gd name="connsiteX18" fmla="*/ 8902033 w 12192000"/>
              <a:gd name="connsiteY18" fmla="*/ 2185364 h 2270839"/>
              <a:gd name="connsiteX19" fmla="*/ 8628169 w 12192000"/>
              <a:gd name="connsiteY19" fmla="*/ 2201828 h 2270839"/>
              <a:gd name="connsiteX20" fmla="*/ 8355533 w 12192000"/>
              <a:gd name="connsiteY20" fmla="*/ 2218994 h 2270839"/>
              <a:gd name="connsiteX21" fmla="*/ 8085353 w 12192000"/>
              <a:gd name="connsiteY21" fmla="*/ 2233356 h 2270839"/>
              <a:gd name="connsiteX22" fmla="*/ 7817629 w 12192000"/>
              <a:gd name="connsiteY22" fmla="*/ 2243515 h 2270839"/>
              <a:gd name="connsiteX23" fmla="*/ 7549905 w 12192000"/>
              <a:gd name="connsiteY23" fmla="*/ 2252273 h 2270839"/>
              <a:gd name="connsiteX24" fmla="*/ 7284638 w 12192000"/>
              <a:gd name="connsiteY24" fmla="*/ 2260680 h 2270839"/>
              <a:gd name="connsiteX25" fmla="*/ 7023055 w 12192000"/>
              <a:gd name="connsiteY25" fmla="*/ 2264534 h 2270839"/>
              <a:gd name="connsiteX26" fmla="*/ 6761472 w 12192000"/>
              <a:gd name="connsiteY26" fmla="*/ 2268737 h 2270839"/>
              <a:gd name="connsiteX27" fmla="*/ 6503573 w 12192000"/>
              <a:gd name="connsiteY27" fmla="*/ 2270839 h 2270839"/>
              <a:gd name="connsiteX28" fmla="*/ 6248130 w 12192000"/>
              <a:gd name="connsiteY28" fmla="*/ 2268737 h 2270839"/>
              <a:gd name="connsiteX29" fmla="*/ 5995144 w 12192000"/>
              <a:gd name="connsiteY29" fmla="*/ 2268737 h 2270839"/>
              <a:gd name="connsiteX30" fmla="*/ 5744613 w 12192000"/>
              <a:gd name="connsiteY30" fmla="*/ 2264534 h 2270839"/>
              <a:gd name="connsiteX31" fmla="*/ 5498995 w 12192000"/>
              <a:gd name="connsiteY31" fmla="*/ 2258228 h 2270839"/>
              <a:gd name="connsiteX32" fmla="*/ 5255834 w 12192000"/>
              <a:gd name="connsiteY32" fmla="*/ 2252273 h 2270839"/>
              <a:gd name="connsiteX33" fmla="*/ 5017584 w 12192000"/>
              <a:gd name="connsiteY33" fmla="*/ 2245617 h 2270839"/>
              <a:gd name="connsiteX34" fmla="*/ 4780562 w 12192000"/>
              <a:gd name="connsiteY34" fmla="*/ 2235458 h 2270839"/>
              <a:gd name="connsiteX35" fmla="*/ 4547227 w 12192000"/>
              <a:gd name="connsiteY35" fmla="*/ 2224598 h 2270839"/>
              <a:gd name="connsiteX36" fmla="*/ 4318800 w 12192000"/>
              <a:gd name="connsiteY36" fmla="*/ 2214790 h 2270839"/>
              <a:gd name="connsiteX37" fmla="*/ 3873004 w 12192000"/>
              <a:gd name="connsiteY37" fmla="*/ 2187115 h 2270839"/>
              <a:gd name="connsiteX38" fmla="*/ 3445628 w 12192000"/>
              <a:gd name="connsiteY38" fmla="*/ 2157690 h 2270839"/>
              <a:gd name="connsiteX39" fmla="*/ 3035446 w 12192000"/>
              <a:gd name="connsiteY39" fmla="*/ 2126862 h 2270839"/>
              <a:gd name="connsiteX40" fmla="*/ 2647370 w 12192000"/>
              <a:gd name="connsiteY40" fmla="*/ 2092883 h 2270839"/>
              <a:gd name="connsiteX41" fmla="*/ 2276487 w 12192000"/>
              <a:gd name="connsiteY41" fmla="*/ 2057501 h 2270839"/>
              <a:gd name="connsiteX42" fmla="*/ 1932621 w 12192000"/>
              <a:gd name="connsiteY42" fmla="*/ 2019318 h 2270839"/>
              <a:gd name="connsiteX43" fmla="*/ 1609634 w 12192000"/>
              <a:gd name="connsiteY43" fmla="*/ 1981835 h 2270839"/>
              <a:gd name="connsiteX44" fmla="*/ 1312435 w 12192000"/>
              <a:gd name="connsiteY44" fmla="*/ 1944352 h 2270839"/>
              <a:gd name="connsiteX45" fmla="*/ 1039799 w 12192000"/>
              <a:gd name="connsiteY45" fmla="*/ 1908971 h 2270839"/>
              <a:gd name="connsiteX46" fmla="*/ 797865 w 12192000"/>
              <a:gd name="connsiteY46" fmla="*/ 1875341 h 2270839"/>
              <a:gd name="connsiteX47" fmla="*/ 579265 w 12192000"/>
              <a:gd name="connsiteY47" fmla="*/ 1843463 h 2270839"/>
              <a:gd name="connsiteX48" fmla="*/ 395052 w 12192000"/>
              <a:gd name="connsiteY48" fmla="*/ 1816840 h 2270839"/>
              <a:gd name="connsiteX49" fmla="*/ 240312 w 12192000"/>
              <a:gd name="connsiteY49" fmla="*/ 1791617 h 2270839"/>
              <a:gd name="connsiteX50" fmla="*/ 27853 w 12192000"/>
              <a:gd name="connsiteY50" fmla="*/ 1755536 h 2270839"/>
              <a:gd name="connsiteX51" fmla="*/ 0 w 12192000"/>
              <a:gd name="connsiteY51" fmla="*/ 1750823 h 2270839"/>
              <a:gd name="connsiteX52" fmla="*/ 0 w 12192000"/>
              <a:gd name="connsiteY52" fmla="*/ 744793 h 2270839"/>
              <a:gd name="connsiteX53" fmla="*/ 0 w 12192000"/>
              <a:gd name="connsiteY53" fmla="*/ 519830 h 2270839"/>
              <a:gd name="connsiteX54" fmla="*/ 0 w 12192000"/>
              <a:gd name="connsiteY54" fmla="*/ 471948 h 2270839"/>
              <a:gd name="connsiteX55" fmla="*/ 0 w 12192000"/>
              <a:gd name="connsiteY55" fmla="*/ 213719 h 2270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000" h="2270839">
                <a:moveTo>
                  <a:pt x="0" y="0"/>
                </a:moveTo>
                <a:lnTo>
                  <a:pt x="12192000" y="0"/>
                </a:lnTo>
                <a:lnTo>
                  <a:pt x="12192000" y="213719"/>
                </a:lnTo>
                <a:lnTo>
                  <a:pt x="12192000" y="471948"/>
                </a:lnTo>
                <a:lnTo>
                  <a:pt x="12192000" y="519830"/>
                </a:lnTo>
                <a:lnTo>
                  <a:pt x="12192000" y="744793"/>
                </a:lnTo>
                <a:lnTo>
                  <a:pt x="12192000" y="1754021"/>
                </a:lnTo>
                <a:lnTo>
                  <a:pt x="11957522" y="1797923"/>
                </a:lnTo>
                <a:lnTo>
                  <a:pt x="11679973" y="1847667"/>
                </a:lnTo>
                <a:lnTo>
                  <a:pt x="11401197" y="1896360"/>
                </a:lnTo>
                <a:lnTo>
                  <a:pt x="11121192" y="1938046"/>
                </a:lnTo>
                <a:lnTo>
                  <a:pt x="10842416" y="1980083"/>
                </a:lnTo>
                <a:lnTo>
                  <a:pt x="10562411" y="2019318"/>
                </a:lnTo>
                <a:lnTo>
                  <a:pt x="10286091" y="2052947"/>
                </a:lnTo>
                <a:lnTo>
                  <a:pt x="10006086" y="2084825"/>
                </a:lnTo>
                <a:lnTo>
                  <a:pt x="9727310" y="2113901"/>
                </a:lnTo>
                <a:lnTo>
                  <a:pt x="9453445" y="2139123"/>
                </a:lnTo>
                <a:lnTo>
                  <a:pt x="9175897" y="2164345"/>
                </a:lnTo>
                <a:lnTo>
                  <a:pt x="8902033" y="2185364"/>
                </a:lnTo>
                <a:lnTo>
                  <a:pt x="8628169" y="2201828"/>
                </a:lnTo>
                <a:lnTo>
                  <a:pt x="8355533" y="2218994"/>
                </a:lnTo>
                <a:lnTo>
                  <a:pt x="8085353" y="2233356"/>
                </a:lnTo>
                <a:lnTo>
                  <a:pt x="7817629" y="2243515"/>
                </a:lnTo>
                <a:lnTo>
                  <a:pt x="7549905" y="2252273"/>
                </a:lnTo>
                <a:lnTo>
                  <a:pt x="7284638" y="2260680"/>
                </a:lnTo>
                <a:lnTo>
                  <a:pt x="7023055" y="2264534"/>
                </a:lnTo>
                <a:lnTo>
                  <a:pt x="6761472" y="2268737"/>
                </a:lnTo>
                <a:lnTo>
                  <a:pt x="6503573" y="2270839"/>
                </a:lnTo>
                <a:lnTo>
                  <a:pt x="6248130" y="2268737"/>
                </a:lnTo>
                <a:lnTo>
                  <a:pt x="5995144" y="2268737"/>
                </a:lnTo>
                <a:lnTo>
                  <a:pt x="5744613" y="2264534"/>
                </a:lnTo>
                <a:lnTo>
                  <a:pt x="5498995" y="2258228"/>
                </a:lnTo>
                <a:lnTo>
                  <a:pt x="5255834" y="2252273"/>
                </a:lnTo>
                <a:lnTo>
                  <a:pt x="5017584" y="2245617"/>
                </a:lnTo>
                <a:lnTo>
                  <a:pt x="4780562" y="2235458"/>
                </a:lnTo>
                <a:lnTo>
                  <a:pt x="4547227" y="2224598"/>
                </a:lnTo>
                <a:lnTo>
                  <a:pt x="4318800" y="2214790"/>
                </a:lnTo>
                <a:lnTo>
                  <a:pt x="3873004" y="2187115"/>
                </a:lnTo>
                <a:lnTo>
                  <a:pt x="3445628" y="2157690"/>
                </a:lnTo>
                <a:lnTo>
                  <a:pt x="3035446" y="2126862"/>
                </a:lnTo>
                <a:lnTo>
                  <a:pt x="2647370" y="2092883"/>
                </a:lnTo>
                <a:lnTo>
                  <a:pt x="2276487" y="2057501"/>
                </a:lnTo>
                <a:lnTo>
                  <a:pt x="1932621" y="2019318"/>
                </a:lnTo>
                <a:lnTo>
                  <a:pt x="1609634" y="1981835"/>
                </a:lnTo>
                <a:lnTo>
                  <a:pt x="1312435" y="1944352"/>
                </a:lnTo>
                <a:lnTo>
                  <a:pt x="1039799" y="1908971"/>
                </a:lnTo>
                <a:lnTo>
                  <a:pt x="797865" y="1875341"/>
                </a:lnTo>
                <a:lnTo>
                  <a:pt x="579265" y="1843463"/>
                </a:lnTo>
                <a:lnTo>
                  <a:pt x="395052" y="1816840"/>
                </a:lnTo>
                <a:lnTo>
                  <a:pt x="240312" y="1791617"/>
                </a:lnTo>
                <a:lnTo>
                  <a:pt x="27853" y="1755536"/>
                </a:lnTo>
                <a:lnTo>
                  <a:pt x="0" y="1750823"/>
                </a:lnTo>
                <a:lnTo>
                  <a:pt x="0" y="744793"/>
                </a:lnTo>
                <a:lnTo>
                  <a:pt x="0" y="519830"/>
                </a:lnTo>
                <a:lnTo>
                  <a:pt x="0" y="471948"/>
                </a:lnTo>
                <a:lnTo>
                  <a:pt x="0" y="213719"/>
                </a:lnTo>
                <a:close/>
              </a:path>
            </a:pathLst>
          </a:custGeom>
          <a:solidFill>
            <a:schemeClr val="tx2"/>
          </a:solidFill>
          <a:ln w="444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0A39FDC-39F4-4CB7-873B-8D786EC02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00" b="63148"/>
          <a:stretch/>
        </p:blipFill>
        <p:spPr>
          <a:xfrm>
            <a:off x="4071257" y="1"/>
            <a:ext cx="8117568" cy="2270839"/>
          </a:xfrm>
          <a:custGeom>
            <a:avLst/>
            <a:gdLst>
              <a:gd name="connsiteX0" fmla="*/ 0 w 8117568"/>
              <a:gd name="connsiteY0" fmla="*/ 0 h 2270839"/>
              <a:gd name="connsiteX1" fmla="*/ 8117568 w 8117568"/>
              <a:gd name="connsiteY1" fmla="*/ 0 h 2270839"/>
              <a:gd name="connsiteX2" fmla="*/ 8117568 w 8117568"/>
              <a:gd name="connsiteY2" fmla="*/ 1754616 h 2270839"/>
              <a:gd name="connsiteX3" fmla="*/ 7886265 w 8117568"/>
              <a:gd name="connsiteY3" fmla="*/ 1797923 h 2270839"/>
              <a:gd name="connsiteX4" fmla="*/ 7608716 w 8117568"/>
              <a:gd name="connsiteY4" fmla="*/ 1847667 h 2270839"/>
              <a:gd name="connsiteX5" fmla="*/ 7329940 w 8117568"/>
              <a:gd name="connsiteY5" fmla="*/ 1896360 h 2270839"/>
              <a:gd name="connsiteX6" fmla="*/ 7049935 w 8117568"/>
              <a:gd name="connsiteY6" fmla="*/ 1938046 h 2270839"/>
              <a:gd name="connsiteX7" fmla="*/ 6771159 w 8117568"/>
              <a:gd name="connsiteY7" fmla="*/ 1980083 h 2270839"/>
              <a:gd name="connsiteX8" fmla="*/ 6491154 w 8117568"/>
              <a:gd name="connsiteY8" fmla="*/ 2019318 h 2270839"/>
              <a:gd name="connsiteX9" fmla="*/ 6214834 w 8117568"/>
              <a:gd name="connsiteY9" fmla="*/ 2052947 h 2270839"/>
              <a:gd name="connsiteX10" fmla="*/ 5934829 w 8117568"/>
              <a:gd name="connsiteY10" fmla="*/ 2084825 h 2270839"/>
              <a:gd name="connsiteX11" fmla="*/ 5656053 w 8117568"/>
              <a:gd name="connsiteY11" fmla="*/ 2113901 h 2270839"/>
              <a:gd name="connsiteX12" fmla="*/ 5382188 w 8117568"/>
              <a:gd name="connsiteY12" fmla="*/ 2139123 h 2270839"/>
              <a:gd name="connsiteX13" fmla="*/ 5104640 w 8117568"/>
              <a:gd name="connsiteY13" fmla="*/ 2164345 h 2270839"/>
              <a:gd name="connsiteX14" fmla="*/ 4830776 w 8117568"/>
              <a:gd name="connsiteY14" fmla="*/ 2185364 h 2270839"/>
              <a:gd name="connsiteX15" fmla="*/ 4556912 w 8117568"/>
              <a:gd name="connsiteY15" fmla="*/ 2201828 h 2270839"/>
              <a:gd name="connsiteX16" fmla="*/ 4284276 w 8117568"/>
              <a:gd name="connsiteY16" fmla="*/ 2218994 h 2270839"/>
              <a:gd name="connsiteX17" fmla="*/ 4014096 w 8117568"/>
              <a:gd name="connsiteY17" fmla="*/ 2233356 h 2270839"/>
              <a:gd name="connsiteX18" fmla="*/ 3746372 w 8117568"/>
              <a:gd name="connsiteY18" fmla="*/ 2243515 h 2270839"/>
              <a:gd name="connsiteX19" fmla="*/ 3478648 w 8117568"/>
              <a:gd name="connsiteY19" fmla="*/ 2252273 h 2270839"/>
              <a:gd name="connsiteX20" fmla="*/ 3213381 w 8117568"/>
              <a:gd name="connsiteY20" fmla="*/ 2260680 h 2270839"/>
              <a:gd name="connsiteX21" fmla="*/ 2951798 w 8117568"/>
              <a:gd name="connsiteY21" fmla="*/ 2264534 h 2270839"/>
              <a:gd name="connsiteX22" fmla="*/ 2690215 w 8117568"/>
              <a:gd name="connsiteY22" fmla="*/ 2268737 h 2270839"/>
              <a:gd name="connsiteX23" fmla="*/ 2432316 w 8117568"/>
              <a:gd name="connsiteY23" fmla="*/ 2270839 h 2270839"/>
              <a:gd name="connsiteX24" fmla="*/ 2176873 w 8117568"/>
              <a:gd name="connsiteY24" fmla="*/ 2268737 h 2270839"/>
              <a:gd name="connsiteX25" fmla="*/ 1923887 w 8117568"/>
              <a:gd name="connsiteY25" fmla="*/ 2268737 h 2270839"/>
              <a:gd name="connsiteX26" fmla="*/ 1673356 w 8117568"/>
              <a:gd name="connsiteY26" fmla="*/ 2264534 h 2270839"/>
              <a:gd name="connsiteX27" fmla="*/ 1427738 w 8117568"/>
              <a:gd name="connsiteY27" fmla="*/ 2258228 h 2270839"/>
              <a:gd name="connsiteX28" fmla="*/ 1184577 w 8117568"/>
              <a:gd name="connsiteY28" fmla="*/ 2252273 h 2270839"/>
              <a:gd name="connsiteX29" fmla="*/ 946327 w 8117568"/>
              <a:gd name="connsiteY29" fmla="*/ 2245617 h 2270839"/>
              <a:gd name="connsiteX30" fmla="*/ 709305 w 8117568"/>
              <a:gd name="connsiteY30" fmla="*/ 2235458 h 2270839"/>
              <a:gd name="connsiteX31" fmla="*/ 475970 w 8117568"/>
              <a:gd name="connsiteY31" fmla="*/ 2224598 h 2270839"/>
              <a:gd name="connsiteX32" fmla="*/ 247543 w 8117568"/>
              <a:gd name="connsiteY32" fmla="*/ 2214790 h 2270839"/>
              <a:gd name="connsiteX33" fmla="*/ 0 w 8117568"/>
              <a:gd name="connsiteY33" fmla="*/ 2199423 h 2270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8117568" h="2270839">
                <a:moveTo>
                  <a:pt x="0" y="0"/>
                </a:moveTo>
                <a:lnTo>
                  <a:pt x="8117568" y="0"/>
                </a:lnTo>
                <a:lnTo>
                  <a:pt x="8117568" y="1754616"/>
                </a:lnTo>
                <a:lnTo>
                  <a:pt x="7886265" y="1797923"/>
                </a:lnTo>
                <a:lnTo>
                  <a:pt x="7608716" y="1847667"/>
                </a:lnTo>
                <a:lnTo>
                  <a:pt x="7329940" y="1896360"/>
                </a:lnTo>
                <a:lnTo>
                  <a:pt x="7049935" y="1938046"/>
                </a:lnTo>
                <a:lnTo>
                  <a:pt x="6771159" y="1980083"/>
                </a:lnTo>
                <a:lnTo>
                  <a:pt x="6491154" y="2019318"/>
                </a:lnTo>
                <a:lnTo>
                  <a:pt x="6214834" y="2052947"/>
                </a:lnTo>
                <a:lnTo>
                  <a:pt x="5934829" y="2084825"/>
                </a:lnTo>
                <a:lnTo>
                  <a:pt x="5656053" y="2113901"/>
                </a:lnTo>
                <a:lnTo>
                  <a:pt x="5382188" y="2139123"/>
                </a:lnTo>
                <a:lnTo>
                  <a:pt x="5104640" y="2164345"/>
                </a:lnTo>
                <a:lnTo>
                  <a:pt x="4830776" y="2185364"/>
                </a:lnTo>
                <a:lnTo>
                  <a:pt x="4556912" y="2201828"/>
                </a:lnTo>
                <a:lnTo>
                  <a:pt x="4284276" y="2218994"/>
                </a:lnTo>
                <a:lnTo>
                  <a:pt x="4014096" y="2233356"/>
                </a:lnTo>
                <a:lnTo>
                  <a:pt x="3746372" y="2243515"/>
                </a:lnTo>
                <a:lnTo>
                  <a:pt x="3478648" y="2252273"/>
                </a:lnTo>
                <a:lnTo>
                  <a:pt x="3213381" y="2260680"/>
                </a:lnTo>
                <a:lnTo>
                  <a:pt x="2951798" y="2264534"/>
                </a:lnTo>
                <a:lnTo>
                  <a:pt x="2690215" y="2268737"/>
                </a:lnTo>
                <a:lnTo>
                  <a:pt x="2432316" y="2270839"/>
                </a:lnTo>
                <a:lnTo>
                  <a:pt x="2176873" y="2268737"/>
                </a:lnTo>
                <a:lnTo>
                  <a:pt x="1923887" y="2268737"/>
                </a:lnTo>
                <a:lnTo>
                  <a:pt x="1673356" y="2264534"/>
                </a:lnTo>
                <a:lnTo>
                  <a:pt x="1427738" y="2258228"/>
                </a:lnTo>
                <a:lnTo>
                  <a:pt x="1184577" y="2252273"/>
                </a:lnTo>
                <a:lnTo>
                  <a:pt x="946327" y="2245617"/>
                </a:lnTo>
                <a:lnTo>
                  <a:pt x="709305" y="2235458"/>
                </a:lnTo>
                <a:lnTo>
                  <a:pt x="475970" y="2224598"/>
                </a:lnTo>
                <a:lnTo>
                  <a:pt x="247543" y="2214790"/>
                </a:lnTo>
                <a:lnTo>
                  <a:pt x="0" y="2199423"/>
                </a:lnTo>
                <a:close/>
              </a:path>
            </a:pathLst>
          </a:cu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64CF8A9-3039-2340-B3B7-807178EFF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0288" y="609600"/>
            <a:ext cx="10131425" cy="1110343"/>
          </a:xfrm>
        </p:spPr>
        <p:txBody>
          <a:bodyPr>
            <a:normAutofit/>
          </a:bodyPr>
          <a:lstStyle/>
          <a:p>
            <a:pPr algn="ctr"/>
            <a:r>
              <a:rPr lang="es-ES" dirty="0">
                <a:solidFill>
                  <a:schemeClr val="bg1"/>
                </a:solidFill>
              </a:rPr>
              <a:t>CREACIÓN DE LA API: SERVICIO PUT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F2117C36-D59F-EFA5-9374-6D17E0B9D147}"/>
              </a:ext>
            </a:extLst>
          </p:cNvPr>
          <p:cNvSpPr txBox="1"/>
          <p:nvPr/>
        </p:nvSpPr>
        <p:spPr>
          <a:xfrm>
            <a:off x="7556865" y="2553218"/>
            <a:ext cx="2433295" cy="36933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s-ES_tradnl"/>
              <a:t>Instrucción de Update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0D92C24-8AF8-4382-70C4-3D667009D65C}"/>
              </a:ext>
            </a:extLst>
          </p:cNvPr>
          <p:cNvSpPr txBox="1"/>
          <p:nvPr/>
        </p:nvSpPr>
        <p:spPr>
          <a:xfrm>
            <a:off x="6330842" y="6186815"/>
            <a:ext cx="5201515" cy="36933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s-ES_tradnl"/>
              <a:t>Devuelve el usuario actualizado y un mensaje de éxito</a:t>
            </a:r>
          </a:p>
        </p:txBody>
      </p:sp>
      <p:pic>
        <p:nvPicPr>
          <p:cNvPr id="5" name="Imagen 4" descr="Captura de pantalla de computadora&#10;&#10;Descripción generada automáticamente">
            <a:extLst>
              <a:ext uri="{FF2B5EF4-FFF2-40B4-BE49-F238E27FC236}">
                <a16:creationId xmlns:a16="http://schemas.microsoft.com/office/drawing/2014/main" id="{7CECA15F-AA79-FC33-2460-BA7152FB5C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027999"/>
            <a:ext cx="12050973" cy="2713260"/>
          </a:xfrm>
          <a:prstGeom prst="rect">
            <a:avLst/>
          </a:prstGeom>
        </p:spPr>
      </p:pic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011E4CEF-6F6E-6579-DD2C-7B5EEFE85A01}"/>
              </a:ext>
            </a:extLst>
          </p:cNvPr>
          <p:cNvCxnSpPr>
            <a:cxnSpLocks/>
            <a:stCxn id="13" idx="1"/>
          </p:cNvCxnSpPr>
          <p:nvPr/>
        </p:nvCxnSpPr>
        <p:spPr>
          <a:xfrm flipH="1" flipV="1">
            <a:off x="6096000" y="5172502"/>
            <a:ext cx="234842" cy="119897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408BBAA8-CC04-9F3A-53DE-362836E2C7FB}"/>
              </a:ext>
            </a:extLst>
          </p:cNvPr>
          <p:cNvCxnSpPr>
            <a:cxnSpLocks/>
            <a:stCxn id="20" idx="1"/>
          </p:cNvCxnSpPr>
          <p:nvPr/>
        </p:nvCxnSpPr>
        <p:spPr>
          <a:xfrm flipH="1">
            <a:off x="4353636" y="2737884"/>
            <a:ext cx="3203229" cy="783564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77897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1EB41F2-E181-4D4D-9131-A30F6B0AE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D63CC92-C517-4C71-9222-4579252CD6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70839"/>
          </a:xfrm>
          <a:custGeom>
            <a:avLst/>
            <a:gdLst>
              <a:gd name="connsiteX0" fmla="*/ 0 w 12192000"/>
              <a:gd name="connsiteY0" fmla="*/ 0 h 2270839"/>
              <a:gd name="connsiteX1" fmla="*/ 12192000 w 12192000"/>
              <a:gd name="connsiteY1" fmla="*/ 0 h 2270839"/>
              <a:gd name="connsiteX2" fmla="*/ 12192000 w 12192000"/>
              <a:gd name="connsiteY2" fmla="*/ 213719 h 2270839"/>
              <a:gd name="connsiteX3" fmla="*/ 12192000 w 12192000"/>
              <a:gd name="connsiteY3" fmla="*/ 471948 h 2270839"/>
              <a:gd name="connsiteX4" fmla="*/ 12192000 w 12192000"/>
              <a:gd name="connsiteY4" fmla="*/ 519830 h 2270839"/>
              <a:gd name="connsiteX5" fmla="*/ 12192000 w 12192000"/>
              <a:gd name="connsiteY5" fmla="*/ 744793 h 2270839"/>
              <a:gd name="connsiteX6" fmla="*/ 12192000 w 12192000"/>
              <a:gd name="connsiteY6" fmla="*/ 1754021 h 2270839"/>
              <a:gd name="connsiteX7" fmla="*/ 11957522 w 12192000"/>
              <a:gd name="connsiteY7" fmla="*/ 1797923 h 2270839"/>
              <a:gd name="connsiteX8" fmla="*/ 11679973 w 12192000"/>
              <a:gd name="connsiteY8" fmla="*/ 1847667 h 2270839"/>
              <a:gd name="connsiteX9" fmla="*/ 11401197 w 12192000"/>
              <a:gd name="connsiteY9" fmla="*/ 1896360 h 2270839"/>
              <a:gd name="connsiteX10" fmla="*/ 11121192 w 12192000"/>
              <a:gd name="connsiteY10" fmla="*/ 1938046 h 2270839"/>
              <a:gd name="connsiteX11" fmla="*/ 10842416 w 12192000"/>
              <a:gd name="connsiteY11" fmla="*/ 1980083 h 2270839"/>
              <a:gd name="connsiteX12" fmla="*/ 10562411 w 12192000"/>
              <a:gd name="connsiteY12" fmla="*/ 2019318 h 2270839"/>
              <a:gd name="connsiteX13" fmla="*/ 10286091 w 12192000"/>
              <a:gd name="connsiteY13" fmla="*/ 2052947 h 2270839"/>
              <a:gd name="connsiteX14" fmla="*/ 10006086 w 12192000"/>
              <a:gd name="connsiteY14" fmla="*/ 2084825 h 2270839"/>
              <a:gd name="connsiteX15" fmla="*/ 9727310 w 12192000"/>
              <a:gd name="connsiteY15" fmla="*/ 2113901 h 2270839"/>
              <a:gd name="connsiteX16" fmla="*/ 9453445 w 12192000"/>
              <a:gd name="connsiteY16" fmla="*/ 2139123 h 2270839"/>
              <a:gd name="connsiteX17" fmla="*/ 9175897 w 12192000"/>
              <a:gd name="connsiteY17" fmla="*/ 2164345 h 2270839"/>
              <a:gd name="connsiteX18" fmla="*/ 8902033 w 12192000"/>
              <a:gd name="connsiteY18" fmla="*/ 2185364 h 2270839"/>
              <a:gd name="connsiteX19" fmla="*/ 8628169 w 12192000"/>
              <a:gd name="connsiteY19" fmla="*/ 2201828 h 2270839"/>
              <a:gd name="connsiteX20" fmla="*/ 8355533 w 12192000"/>
              <a:gd name="connsiteY20" fmla="*/ 2218994 h 2270839"/>
              <a:gd name="connsiteX21" fmla="*/ 8085353 w 12192000"/>
              <a:gd name="connsiteY21" fmla="*/ 2233356 h 2270839"/>
              <a:gd name="connsiteX22" fmla="*/ 7817629 w 12192000"/>
              <a:gd name="connsiteY22" fmla="*/ 2243515 h 2270839"/>
              <a:gd name="connsiteX23" fmla="*/ 7549905 w 12192000"/>
              <a:gd name="connsiteY23" fmla="*/ 2252273 h 2270839"/>
              <a:gd name="connsiteX24" fmla="*/ 7284638 w 12192000"/>
              <a:gd name="connsiteY24" fmla="*/ 2260680 h 2270839"/>
              <a:gd name="connsiteX25" fmla="*/ 7023055 w 12192000"/>
              <a:gd name="connsiteY25" fmla="*/ 2264534 h 2270839"/>
              <a:gd name="connsiteX26" fmla="*/ 6761472 w 12192000"/>
              <a:gd name="connsiteY26" fmla="*/ 2268737 h 2270839"/>
              <a:gd name="connsiteX27" fmla="*/ 6503573 w 12192000"/>
              <a:gd name="connsiteY27" fmla="*/ 2270839 h 2270839"/>
              <a:gd name="connsiteX28" fmla="*/ 6248130 w 12192000"/>
              <a:gd name="connsiteY28" fmla="*/ 2268737 h 2270839"/>
              <a:gd name="connsiteX29" fmla="*/ 5995144 w 12192000"/>
              <a:gd name="connsiteY29" fmla="*/ 2268737 h 2270839"/>
              <a:gd name="connsiteX30" fmla="*/ 5744613 w 12192000"/>
              <a:gd name="connsiteY30" fmla="*/ 2264534 h 2270839"/>
              <a:gd name="connsiteX31" fmla="*/ 5498995 w 12192000"/>
              <a:gd name="connsiteY31" fmla="*/ 2258228 h 2270839"/>
              <a:gd name="connsiteX32" fmla="*/ 5255834 w 12192000"/>
              <a:gd name="connsiteY32" fmla="*/ 2252273 h 2270839"/>
              <a:gd name="connsiteX33" fmla="*/ 5017584 w 12192000"/>
              <a:gd name="connsiteY33" fmla="*/ 2245617 h 2270839"/>
              <a:gd name="connsiteX34" fmla="*/ 4780562 w 12192000"/>
              <a:gd name="connsiteY34" fmla="*/ 2235458 h 2270839"/>
              <a:gd name="connsiteX35" fmla="*/ 4547227 w 12192000"/>
              <a:gd name="connsiteY35" fmla="*/ 2224598 h 2270839"/>
              <a:gd name="connsiteX36" fmla="*/ 4318800 w 12192000"/>
              <a:gd name="connsiteY36" fmla="*/ 2214790 h 2270839"/>
              <a:gd name="connsiteX37" fmla="*/ 3873004 w 12192000"/>
              <a:gd name="connsiteY37" fmla="*/ 2187115 h 2270839"/>
              <a:gd name="connsiteX38" fmla="*/ 3445628 w 12192000"/>
              <a:gd name="connsiteY38" fmla="*/ 2157690 h 2270839"/>
              <a:gd name="connsiteX39" fmla="*/ 3035446 w 12192000"/>
              <a:gd name="connsiteY39" fmla="*/ 2126862 h 2270839"/>
              <a:gd name="connsiteX40" fmla="*/ 2647370 w 12192000"/>
              <a:gd name="connsiteY40" fmla="*/ 2092883 h 2270839"/>
              <a:gd name="connsiteX41" fmla="*/ 2276487 w 12192000"/>
              <a:gd name="connsiteY41" fmla="*/ 2057501 h 2270839"/>
              <a:gd name="connsiteX42" fmla="*/ 1932621 w 12192000"/>
              <a:gd name="connsiteY42" fmla="*/ 2019318 h 2270839"/>
              <a:gd name="connsiteX43" fmla="*/ 1609634 w 12192000"/>
              <a:gd name="connsiteY43" fmla="*/ 1981835 h 2270839"/>
              <a:gd name="connsiteX44" fmla="*/ 1312435 w 12192000"/>
              <a:gd name="connsiteY44" fmla="*/ 1944352 h 2270839"/>
              <a:gd name="connsiteX45" fmla="*/ 1039799 w 12192000"/>
              <a:gd name="connsiteY45" fmla="*/ 1908971 h 2270839"/>
              <a:gd name="connsiteX46" fmla="*/ 797865 w 12192000"/>
              <a:gd name="connsiteY46" fmla="*/ 1875341 h 2270839"/>
              <a:gd name="connsiteX47" fmla="*/ 579265 w 12192000"/>
              <a:gd name="connsiteY47" fmla="*/ 1843463 h 2270839"/>
              <a:gd name="connsiteX48" fmla="*/ 395052 w 12192000"/>
              <a:gd name="connsiteY48" fmla="*/ 1816840 h 2270839"/>
              <a:gd name="connsiteX49" fmla="*/ 240312 w 12192000"/>
              <a:gd name="connsiteY49" fmla="*/ 1791617 h 2270839"/>
              <a:gd name="connsiteX50" fmla="*/ 27853 w 12192000"/>
              <a:gd name="connsiteY50" fmla="*/ 1755536 h 2270839"/>
              <a:gd name="connsiteX51" fmla="*/ 0 w 12192000"/>
              <a:gd name="connsiteY51" fmla="*/ 1750823 h 2270839"/>
              <a:gd name="connsiteX52" fmla="*/ 0 w 12192000"/>
              <a:gd name="connsiteY52" fmla="*/ 744793 h 2270839"/>
              <a:gd name="connsiteX53" fmla="*/ 0 w 12192000"/>
              <a:gd name="connsiteY53" fmla="*/ 519830 h 2270839"/>
              <a:gd name="connsiteX54" fmla="*/ 0 w 12192000"/>
              <a:gd name="connsiteY54" fmla="*/ 471948 h 2270839"/>
              <a:gd name="connsiteX55" fmla="*/ 0 w 12192000"/>
              <a:gd name="connsiteY55" fmla="*/ 213719 h 2270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000" h="2270839">
                <a:moveTo>
                  <a:pt x="0" y="0"/>
                </a:moveTo>
                <a:lnTo>
                  <a:pt x="12192000" y="0"/>
                </a:lnTo>
                <a:lnTo>
                  <a:pt x="12192000" y="213719"/>
                </a:lnTo>
                <a:lnTo>
                  <a:pt x="12192000" y="471948"/>
                </a:lnTo>
                <a:lnTo>
                  <a:pt x="12192000" y="519830"/>
                </a:lnTo>
                <a:lnTo>
                  <a:pt x="12192000" y="744793"/>
                </a:lnTo>
                <a:lnTo>
                  <a:pt x="12192000" y="1754021"/>
                </a:lnTo>
                <a:lnTo>
                  <a:pt x="11957522" y="1797923"/>
                </a:lnTo>
                <a:lnTo>
                  <a:pt x="11679973" y="1847667"/>
                </a:lnTo>
                <a:lnTo>
                  <a:pt x="11401197" y="1896360"/>
                </a:lnTo>
                <a:lnTo>
                  <a:pt x="11121192" y="1938046"/>
                </a:lnTo>
                <a:lnTo>
                  <a:pt x="10842416" y="1980083"/>
                </a:lnTo>
                <a:lnTo>
                  <a:pt x="10562411" y="2019318"/>
                </a:lnTo>
                <a:lnTo>
                  <a:pt x="10286091" y="2052947"/>
                </a:lnTo>
                <a:lnTo>
                  <a:pt x="10006086" y="2084825"/>
                </a:lnTo>
                <a:lnTo>
                  <a:pt x="9727310" y="2113901"/>
                </a:lnTo>
                <a:lnTo>
                  <a:pt x="9453445" y="2139123"/>
                </a:lnTo>
                <a:lnTo>
                  <a:pt x="9175897" y="2164345"/>
                </a:lnTo>
                <a:lnTo>
                  <a:pt x="8902033" y="2185364"/>
                </a:lnTo>
                <a:lnTo>
                  <a:pt x="8628169" y="2201828"/>
                </a:lnTo>
                <a:lnTo>
                  <a:pt x="8355533" y="2218994"/>
                </a:lnTo>
                <a:lnTo>
                  <a:pt x="8085353" y="2233356"/>
                </a:lnTo>
                <a:lnTo>
                  <a:pt x="7817629" y="2243515"/>
                </a:lnTo>
                <a:lnTo>
                  <a:pt x="7549905" y="2252273"/>
                </a:lnTo>
                <a:lnTo>
                  <a:pt x="7284638" y="2260680"/>
                </a:lnTo>
                <a:lnTo>
                  <a:pt x="7023055" y="2264534"/>
                </a:lnTo>
                <a:lnTo>
                  <a:pt x="6761472" y="2268737"/>
                </a:lnTo>
                <a:lnTo>
                  <a:pt x="6503573" y="2270839"/>
                </a:lnTo>
                <a:lnTo>
                  <a:pt x="6248130" y="2268737"/>
                </a:lnTo>
                <a:lnTo>
                  <a:pt x="5995144" y="2268737"/>
                </a:lnTo>
                <a:lnTo>
                  <a:pt x="5744613" y="2264534"/>
                </a:lnTo>
                <a:lnTo>
                  <a:pt x="5498995" y="2258228"/>
                </a:lnTo>
                <a:lnTo>
                  <a:pt x="5255834" y="2252273"/>
                </a:lnTo>
                <a:lnTo>
                  <a:pt x="5017584" y="2245617"/>
                </a:lnTo>
                <a:lnTo>
                  <a:pt x="4780562" y="2235458"/>
                </a:lnTo>
                <a:lnTo>
                  <a:pt x="4547227" y="2224598"/>
                </a:lnTo>
                <a:lnTo>
                  <a:pt x="4318800" y="2214790"/>
                </a:lnTo>
                <a:lnTo>
                  <a:pt x="3873004" y="2187115"/>
                </a:lnTo>
                <a:lnTo>
                  <a:pt x="3445628" y="2157690"/>
                </a:lnTo>
                <a:lnTo>
                  <a:pt x="3035446" y="2126862"/>
                </a:lnTo>
                <a:lnTo>
                  <a:pt x="2647370" y="2092883"/>
                </a:lnTo>
                <a:lnTo>
                  <a:pt x="2276487" y="2057501"/>
                </a:lnTo>
                <a:lnTo>
                  <a:pt x="1932621" y="2019318"/>
                </a:lnTo>
                <a:lnTo>
                  <a:pt x="1609634" y="1981835"/>
                </a:lnTo>
                <a:lnTo>
                  <a:pt x="1312435" y="1944352"/>
                </a:lnTo>
                <a:lnTo>
                  <a:pt x="1039799" y="1908971"/>
                </a:lnTo>
                <a:lnTo>
                  <a:pt x="797865" y="1875341"/>
                </a:lnTo>
                <a:lnTo>
                  <a:pt x="579265" y="1843463"/>
                </a:lnTo>
                <a:lnTo>
                  <a:pt x="395052" y="1816840"/>
                </a:lnTo>
                <a:lnTo>
                  <a:pt x="240312" y="1791617"/>
                </a:lnTo>
                <a:lnTo>
                  <a:pt x="27853" y="1755536"/>
                </a:lnTo>
                <a:lnTo>
                  <a:pt x="0" y="1750823"/>
                </a:lnTo>
                <a:lnTo>
                  <a:pt x="0" y="744793"/>
                </a:lnTo>
                <a:lnTo>
                  <a:pt x="0" y="519830"/>
                </a:lnTo>
                <a:lnTo>
                  <a:pt x="0" y="471948"/>
                </a:lnTo>
                <a:lnTo>
                  <a:pt x="0" y="213719"/>
                </a:lnTo>
                <a:close/>
              </a:path>
            </a:pathLst>
          </a:custGeom>
          <a:solidFill>
            <a:schemeClr val="tx2"/>
          </a:solidFill>
          <a:ln w="444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0A39FDC-39F4-4CB7-873B-8D786EC02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00" b="63148"/>
          <a:stretch/>
        </p:blipFill>
        <p:spPr>
          <a:xfrm>
            <a:off x="4071257" y="1"/>
            <a:ext cx="8117568" cy="2270839"/>
          </a:xfrm>
          <a:custGeom>
            <a:avLst/>
            <a:gdLst>
              <a:gd name="connsiteX0" fmla="*/ 0 w 8117568"/>
              <a:gd name="connsiteY0" fmla="*/ 0 h 2270839"/>
              <a:gd name="connsiteX1" fmla="*/ 8117568 w 8117568"/>
              <a:gd name="connsiteY1" fmla="*/ 0 h 2270839"/>
              <a:gd name="connsiteX2" fmla="*/ 8117568 w 8117568"/>
              <a:gd name="connsiteY2" fmla="*/ 1754616 h 2270839"/>
              <a:gd name="connsiteX3" fmla="*/ 7886265 w 8117568"/>
              <a:gd name="connsiteY3" fmla="*/ 1797923 h 2270839"/>
              <a:gd name="connsiteX4" fmla="*/ 7608716 w 8117568"/>
              <a:gd name="connsiteY4" fmla="*/ 1847667 h 2270839"/>
              <a:gd name="connsiteX5" fmla="*/ 7329940 w 8117568"/>
              <a:gd name="connsiteY5" fmla="*/ 1896360 h 2270839"/>
              <a:gd name="connsiteX6" fmla="*/ 7049935 w 8117568"/>
              <a:gd name="connsiteY6" fmla="*/ 1938046 h 2270839"/>
              <a:gd name="connsiteX7" fmla="*/ 6771159 w 8117568"/>
              <a:gd name="connsiteY7" fmla="*/ 1980083 h 2270839"/>
              <a:gd name="connsiteX8" fmla="*/ 6491154 w 8117568"/>
              <a:gd name="connsiteY8" fmla="*/ 2019318 h 2270839"/>
              <a:gd name="connsiteX9" fmla="*/ 6214834 w 8117568"/>
              <a:gd name="connsiteY9" fmla="*/ 2052947 h 2270839"/>
              <a:gd name="connsiteX10" fmla="*/ 5934829 w 8117568"/>
              <a:gd name="connsiteY10" fmla="*/ 2084825 h 2270839"/>
              <a:gd name="connsiteX11" fmla="*/ 5656053 w 8117568"/>
              <a:gd name="connsiteY11" fmla="*/ 2113901 h 2270839"/>
              <a:gd name="connsiteX12" fmla="*/ 5382188 w 8117568"/>
              <a:gd name="connsiteY12" fmla="*/ 2139123 h 2270839"/>
              <a:gd name="connsiteX13" fmla="*/ 5104640 w 8117568"/>
              <a:gd name="connsiteY13" fmla="*/ 2164345 h 2270839"/>
              <a:gd name="connsiteX14" fmla="*/ 4830776 w 8117568"/>
              <a:gd name="connsiteY14" fmla="*/ 2185364 h 2270839"/>
              <a:gd name="connsiteX15" fmla="*/ 4556912 w 8117568"/>
              <a:gd name="connsiteY15" fmla="*/ 2201828 h 2270839"/>
              <a:gd name="connsiteX16" fmla="*/ 4284276 w 8117568"/>
              <a:gd name="connsiteY16" fmla="*/ 2218994 h 2270839"/>
              <a:gd name="connsiteX17" fmla="*/ 4014096 w 8117568"/>
              <a:gd name="connsiteY17" fmla="*/ 2233356 h 2270839"/>
              <a:gd name="connsiteX18" fmla="*/ 3746372 w 8117568"/>
              <a:gd name="connsiteY18" fmla="*/ 2243515 h 2270839"/>
              <a:gd name="connsiteX19" fmla="*/ 3478648 w 8117568"/>
              <a:gd name="connsiteY19" fmla="*/ 2252273 h 2270839"/>
              <a:gd name="connsiteX20" fmla="*/ 3213381 w 8117568"/>
              <a:gd name="connsiteY20" fmla="*/ 2260680 h 2270839"/>
              <a:gd name="connsiteX21" fmla="*/ 2951798 w 8117568"/>
              <a:gd name="connsiteY21" fmla="*/ 2264534 h 2270839"/>
              <a:gd name="connsiteX22" fmla="*/ 2690215 w 8117568"/>
              <a:gd name="connsiteY22" fmla="*/ 2268737 h 2270839"/>
              <a:gd name="connsiteX23" fmla="*/ 2432316 w 8117568"/>
              <a:gd name="connsiteY23" fmla="*/ 2270839 h 2270839"/>
              <a:gd name="connsiteX24" fmla="*/ 2176873 w 8117568"/>
              <a:gd name="connsiteY24" fmla="*/ 2268737 h 2270839"/>
              <a:gd name="connsiteX25" fmla="*/ 1923887 w 8117568"/>
              <a:gd name="connsiteY25" fmla="*/ 2268737 h 2270839"/>
              <a:gd name="connsiteX26" fmla="*/ 1673356 w 8117568"/>
              <a:gd name="connsiteY26" fmla="*/ 2264534 h 2270839"/>
              <a:gd name="connsiteX27" fmla="*/ 1427738 w 8117568"/>
              <a:gd name="connsiteY27" fmla="*/ 2258228 h 2270839"/>
              <a:gd name="connsiteX28" fmla="*/ 1184577 w 8117568"/>
              <a:gd name="connsiteY28" fmla="*/ 2252273 h 2270839"/>
              <a:gd name="connsiteX29" fmla="*/ 946327 w 8117568"/>
              <a:gd name="connsiteY29" fmla="*/ 2245617 h 2270839"/>
              <a:gd name="connsiteX30" fmla="*/ 709305 w 8117568"/>
              <a:gd name="connsiteY30" fmla="*/ 2235458 h 2270839"/>
              <a:gd name="connsiteX31" fmla="*/ 475970 w 8117568"/>
              <a:gd name="connsiteY31" fmla="*/ 2224598 h 2270839"/>
              <a:gd name="connsiteX32" fmla="*/ 247543 w 8117568"/>
              <a:gd name="connsiteY32" fmla="*/ 2214790 h 2270839"/>
              <a:gd name="connsiteX33" fmla="*/ 0 w 8117568"/>
              <a:gd name="connsiteY33" fmla="*/ 2199423 h 2270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8117568" h="2270839">
                <a:moveTo>
                  <a:pt x="0" y="0"/>
                </a:moveTo>
                <a:lnTo>
                  <a:pt x="8117568" y="0"/>
                </a:lnTo>
                <a:lnTo>
                  <a:pt x="8117568" y="1754616"/>
                </a:lnTo>
                <a:lnTo>
                  <a:pt x="7886265" y="1797923"/>
                </a:lnTo>
                <a:lnTo>
                  <a:pt x="7608716" y="1847667"/>
                </a:lnTo>
                <a:lnTo>
                  <a:pt x="7329940" y="1896360"/>
                </a:lnTo>
                <a:lnTo>
                  <a:pt x="7049935" y="1938046"/>
                </a:lnTo>
                <a:lnTo>
                  <a:pt x="6771159" y="1980083"/>
                </a:lnTo>
                <a:lnTo>
                  <a:pt x="6491154" y="2019318"/>
                </a:lnTo>
                <a:lnTo>
                  <a:pt x="6214834" y="2052947"/>
                </a:lnTo>
                <a:lnTo>
                  <a:pt x="5934829" y="2084825"/>
                </a:lnTo>
                <a:lnTo>
                  <a:pt x="5656053" y="2113901"/>
                </a:lnTo>
                <a:lnTo>
                  <a:pt x="5382188" y="2139123"/>
                </a:lnTo>
                <a:lnTo>
                  <a:pt x="5104640" y="2164345"/>
                </a:lnTo>
                <a:lnTo>
                  <a:pt x="4830776" y="2185364"/>
                </a:lnTo>
                <a:lnTo>
                  <a:pt x="4556912" y="2201828"/>
                </a:lnTo>
                <a:lnTo>
                  <a:pt x="4284276" y="2218994"/>
                </a:lnTo>
                <a:lnTo>
                  <a:pt x="4014096" y="2233356"/>
                </a:lnTo>
                <a:lnTo>
                  <a:pt x="3746372" y="2243515"/>
                </a:lnTo>
                <a:lnTo>
                  <a:pt x="3478648" y="2252273"/>
                </a:lnTo>
                <a:lnTo>
                  <a:pt x="3213381" y="2260680"/>
                </a:lnTo>
                <a:lnTo>
                  <a:pt x="2951798" y="2264534"/>
                </a:lnTo>
                <a:lnTo>
                  <a:pt x="2690215" y="2268737"/>
                </a:lnTo>
                <a:lnTo>
                  <a:pt x="2432316" y="2270839"/>
                </a:lnTo>
                <a:lnTo>
                  <a:pt x="2176873" y="2268737"/>
                </a:lnTo>
                <a:lnTo>
                  <a:pt x="1923887" y="2268737"/>
                </a:lnTo>
                <a:lnTo>
                  <a:pt x="1673356" y="2264534"/>
                </a:lnTo>
                <a:lnTo>
                  <a:pt x="1427738" y="2258228"/>
                </a:lnTo>
                <a:lnTo>
                  <a:pt x="1184577" y="2252273"/>
                </a:lnTo>
                <a:lnTo>
                  <a:pt x="946327" y="2245617"/>
                </a:lnTo>
                <a:lnTo>
                  <a:pt x="709305" y="2235458"/>
                </a:lnTo>
                <a:lnTo>
                  <a:pt x="475970" y="2224598"/>
                </a:lnTo>
                <a:lnTo>
                  <a:pt x="247543" y="2214790"/>
                </a:lnTo>
                <a:lnTo>
                  <a:pt x="0" y="2199423"/>
                </a:lnTo>
                <a:close/>
              </a:path>
            </a:pathLst>
          </a:cu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64CF8A9-3039-2340-B3B7-807178EFF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0288" y="609600"/>
            <a:ext cx="10131425" cy="1110343"/>
          </a:xfrm>
        </p:spPr>
        <p:txBody>
          <a:bodyPr>
            <a:normAutofit/>
          </a:bodyPr>
          <a:lstStyle/>
          <a:p>
            <a:pPr algn="ctr"/>
            <a:r>
              <a:rPr lang="es-ES" dirty="0">
                <a:solidFill>
                  <a:schemeClr val="bg1"/>
                </a:solidFill>
              </a:rPr>
              <a:t>CREACIÓN DE LA API: SERVICIO </a:t>
            </a:r>
            <a:r>
              <a:rPr lang="es-ES" dirty="0" err="1">
                <a:solidFill>
                  <a:schemeClr val="bg1"/>
                </a:solidFill>
              </a:rPr>
              <a:t>delete</a:t>
            </a: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F2117C36-D59F-EFA5-9374-6D17E0B9D147}"/>
              </a:ext>
            </a:extLst>
          </p:cNvPr>
          <p:cNvSpPr txBox="1"/>
          <p:nvPr/>
        </p:nvSpPr>
        <p:spPr>
          <a:xfrm>
            <a:off x="7556866" y="2553218"/>
            <a:ext cx="2156116" cy="36933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s-ES_tradnl"/>
              <a:t>Instrucción de delete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0D92C24-8AF8-4382-70C4-3D667009D65C}"/>
              </a:ext>
            </a:extLst>
          </p:cNvPr>
          <p:cNvSpPr txBox="1"/>
          <p:nvPr/>
        </p:nvSpPr>
        <p:spPr>
          <a:xfrm>
            <a:off x="6330843" y="6186815"/>
            <a:ext cx="3959570" cy="36933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s-ES_tradnl"/>
              <a:t>Devuelve un mensaje de éxito si va bien</a:t>
            </a:r>
          </a:p>
        </p:txBody>
      </p:sp>
      <p:pic>
        <p:nvPicPr>
          <p:cNvPr id="5" name="Imagen 4" descr="Texto&#10;&#10;Descripción generada automáticamente">
            <a:extLst>
              <a:ext uri="{FF2B5EF4-FFF2-40B4-BE49-F238E27FC236}">
                <a16:creationId xmlns:a16="http://schemas.microsoft.com/office/drawing/2014/main" id="{F8AFC032-005F-98FE-2458-A19223C612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641" y="2933129"/>
            <a:ext cx="7772400" cy="2904361"/>
          </a:xfrm>
          <a:prstGeom prst="rect">
            <a:avLst/>
          </a:prstGeom>
        </p:spPr>
      </p:pic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408BBAA8-CC04-9F3A-53DE-362836E2C7FB}"/>
              </a:ext>
            </a:extLst>
          </p:cNvPr>
          <p:cNvCxnSpPr>
            <a:cxnSpLocks/>
            <a:stCxn id="20" idx="1"/>
          </p:cNvCxnSpPr>
          <p:nvPr/>
        </p:nvCxnSpPr>
        <p:spPr>
          <a:xfrm flipH="1">
            <a:off x="4353636" y="2737884"/>
            <a:ext cx="3203230" cy="783564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011E4CEF-6F6E-6579-DD2C-7B5EEFE85A01}"/>
              </a:ext>
            </a:extLst>
          </p:cNvPr>
          <p:cNvCxnSpPr>
            <a:cxnSpLocks/>
            <a:stCxn id="13" idx="1"/>
          </p:cNvCxnSpPr>
          <p:nvPr/>
        </p:nvCxnSpPr>
        <p:spPr>
          <a:xfrm flipH="1" flipV="1">
            <a:off x="6096000" y="5172502"/>
            <a:ext cx="234843" cy="119897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22589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1EB41F2-E181-4D4D-9131-A30F6B0AE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D63CC92-C517-4C71-9222-4579252CD6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70839"/>
          </a:xfrm>
          <a:custGeom>
            <a:avLst/>
            <a:gdLst>
              <a:gd name="connsiteX0" fmla="*/ 0 w 12192000"/>
              <a:gd name="connsiteY0" fmla="*/ 0 h 2270839"/>
              <a:gd name="connsiteX1" fmla="*/ 12192000 w 12192000"/>
              <a:gd name="connsiteY1" fmla="*/ 0 h 2270839"/>
              <a:gd name="connsiteX2" fmla="*/ 12192000 w 12192000"/>
              <a:gd name="connsiteY2" fmla="*/ 213719 h 2270839"/>
              <a:gd name="connsiteX3" fmla="*/ 12192000 w 12192000"/>
              <a:gd name="connsiteY3" fmla="*/ 471948 h 2270839"/>
              <a:gd name="connsiteX4" fmla="*/ 12192000 w 12192000"/>
              <a:gd name="connsiteY4" fmla="*/ 519830 h 2270839"/>
              <a:gd name="connsiteX5" fmla="*/ 12192000 w 12192000"/>
              <a:gd name="connsiteY5" fmla="*/ 744793 h 2270839"/>
              <a:gd name="connsiteX6" fmla="*/ 12192000 w 12192000"/>
              <a:gd name="connsiteY6" fmla="*/ 1754021 h 2270839"/>
              <a:gd name="connsiteX7" fmla="*/ 11957522 w 12192000"/>
              <a:gd name="connsiteY7" fmla="*/ 1797923 h 2270839"/>
              <a:gd name="connsiteX8" fmla="*/ 11679973 w 12192000"/>
              <a:gd name="connsiteY8" fmla="*/ 1847667 h 2270839"/>
              <a:gd name="connsiteX9" fmla="*/ 11401197 w 12192000"/>
              <a:gd name="connsiteY9" fmla="*/ 1896360 h 2270839"/>
              <a:gd name="connsiteX10" fmla="*/ 11121192 w 12192000"/>
              <a:gd name="connsiteY10" fmla="*/ 1938046 h 2270839"/>
              <a:gd name="connsiteX11" fmla="*/ 10842416 w 12192000"/>
              <a:gd name="connsiteY11" fmla="*/ 1980083 h 2270839"/>
              <a:gd name="connsiteX12" fmla="*/ 10562411 w 12192000"/>
              <a:gd name="connsiteY12" fmla="*/ 2019318 h 2270839"/>
              <a:gd name="connsiteX13" fmla="*/ 10286091 w 12192000"/>
              <a:gd name="connsiteY13" fmla="*/ 2052947 h 2270839"/>
              <a:gd name="connsiteX14" fmla="*/ 10006086 w 12192000"/>
              <a:gd name="connsiteY14" fmla="*/ 2084825 h 2270839"/>
              <a:gd name="connsiteX15" fmla="*/ 9727310 w 12192000"/>
              <a:gd name="connsiteY15" fmla="*/ 2113901 h 2270839"/>
              <a:gd name="connsiteX16" fmla="*/ 9453445 w 12192000"/>
              <a:gd name="connsiteY16" fmla="*/ 2139123 h 2270839"/>
              <a:gd name="connsiteX17" fmla="*/ 9175897 w 12192000"/>
              <a:gd name="connsiteY17" fmla="*/ 2164345 h 2270839"/>
              <a:gd name="connsiteX18" fmla="*/ 8902033 w 12192000"/>
              <a:gd name="connsiteY18" fmla="*/ 2185364 h 2270839"/>
              <a:gd name="connsiteX19" fmla="*/ 8628169 w 12192000"/>
              <a:gd name="connsiteY19" fmla="*/ 2201828 h 2270839"/>
              <a:gd name="connsiteX20" fmla="*/ 8355533 w 12192000"/>
              <a:gd name="connsiteY20" fmla="*/ 2218994 h 2270839"/>
              <a:gd name="connsiteX21" fmla="*/ 8085353 w 12192000"/>
              <a:gd name="connsiteY21" fmla="*/ 2233356 h 2270839"/>
              <a:gd name="connsiteX22" fmla="*/ 7817629 w 12192000"/>
              <a:gd name="connsiteY22" fmla="*/ 2243515 h 2270839"/>
              <a:gd name="connsiteX23" fmla="*/ 7549905 w 12192000"/>
              <a:gd name="connsiteY23" fmla="*/ 2252273 h 2270839"/>
              <a:gd name="connsiteX24" fmla="*/ 7284638 w 12192000"/>
              <a:gd name="connsiteY24" fmla="*/ 2260680 h 2270839"/>
              <a:gd name="connsiteX25" fmla="*/ 7023055 w 12192000"/>
              <a:gd name="connsiteY25" fmla="*/ 2264534 h 2270839"/>
              <a:gd name="connsiteX26" fmla="*/ 6761472 w 12192000"/>
              <a:gd name="connsiteY26" fmla="*/ 2268737 h 2270839"/>
              <a:gd name="connsiteX27" fmla="*/ 6503573 w 12192000"/>
              <a:gd name="connsiteY27" fmla="*/ 2270839 h 2270839"/>
              <a:gd name="connsiteX28" fmla="*/ 6248130 w 12192000"/>
              <a:gd name="connsiteY28" fmla="*/ 2268737 h 2270839"/>
              <a:gd name="connsiteX29" fmla="*/ 5995144 w 12192000"/>
              <a:gd name="connsiteY29" fmla="*/ 2268737 h 2270839"/>
              <a:gd name="connsiteX30" fmla="*/ 5744613 w 12192000"/>
              <a:gd name="connsiteY30" fmla="*/ 2264534 h 2270839"/>
              <a:gd name="connsiteX31" fmla="*/ 5498995 w 12192000"/>
              <a:gd name="connsiteY31" fmla="*/ 2258228 h 2270839"/>
              <a:gd name="connsiteX32" fmla="*/ 5255834 w 12192000"/>
              <a:gd name="connsiteY32" fmla="*/ 2252273 h 2270839"/>
              <a:gd name="connsiteX33" fmla="*/ 5017584 w 12192000"/>
              <a:gd name="connsiteY33" fmla="*/ 2245617 h 2270839"/>
              <a:gd name="connsiteX34" fmla="*/ 4780562 w 12192000"/>
              <a:gd name="connsiteY34" fmla="*/ 2235458 h 2270839"/>
              <a:gd name="connsiteX35" fmla="*/ 4547227 w 12192000"/>
              <a:gd name="connsiteY35" fmla="*/ 2224598 h 2270839"/>
              <a:gd name="connsiteX36" fmla="*/ 4318800 w 12192000"/>
              <a:gd name="connsiteY36" fmla="*/ 2214790 h 2270839"/>
              <a:gd name="connsiteX37" fmla="*/ 3873004 w 12192000"/>
              <a:gd name="connsiteY37" fmla="*/ 2187115 h 2270839"/>
              <a:gd name="connsiteX38" fmla="*/ 3445628 w 12192000"/>
              <a:gd name="connsiteY38" fmla="*/ 2157690 h 2270839"/>
              <a:gd name="connsiteX39" fmla="*/ 3035446 w 12192000"/>
              <a:gd name="connsiteY39" fmla="*/ 2126862 h 2270839"/>
              <a:gd name="connsiteX40" fmla="*/ 2647370 w 12192000"/>
              <a:gd name="connsiteY40" fmla="*/ 2092883 h 2270839"/>
              <a:gd name="connsiteX41" fmla="*/ 2276487 w 12192000"/>
              <a:gd name="connsiteY41" fmla="*/ 2057501 h 2270839"/>
              <a:gd name="connsiteX42" fmla="*/ 1932621 w 12192000"/>
              <a:gd name="connsiteY42" fmla="*/ 2019318 h 2270839"/>
              <a:gd name="connsiteX43" fmla="*/ 1609634 w 12192000"/>
              <a:gd name="connsiteY43" fmla="*/ 1981835 h 2270839"/>
              <a:gd name="connsiteX44" fmla="*/ 1312435 w 12192000"/>
              <a:gd name="connsiteY44" fmla="*/ 1944352 h 2270839"/>
              <a:gd name="connsiteX45" fmla="*/ 1039799 w 12192000"/>
              <a:gd name="connsiteY45" fmla="*/ 1908971 h 2270839"/>
              <a:gd name="connsiteX46" fmla="*/ 797865 w 12192000"/>
              <a:gd name="connsiteY46" fmla="*/ 1875341 h 2270839"/>
              <a:gd name="connsiteX47" fmla="*/ 579265 w 12192000"/>
              <a:gd name="connsiteY47" fmla="*/ 1843463 h 2270839"/>
              <a:gd name="connsiteX48" fmla="*/ 395052 w 12192000"/>
              <a:gd name="connsiteY48" fmla="*/ 1816840 h 2270839"/>
              <a:gd name="connsiteX49" fmla="*/ 240312 w 12192000"/>
              <a:gd name="connsiteY49" fmla="*/ 1791617 h 2270839"/>
              <a:gd name="connsiteX50" fmla="*/ 27853 w 12192000"/>
              <a:gd name="connsiteY50" fmla="*/ 1755536 h 2270839"/>
              <a:gd name="connsiteX51" fmla="*/ 0 w 12192000"/>
              <a:gd name="connsiteY51" fmla="*/ 1750823 h 2270839"/>
              <a:gd name="connsiteX52" fmla="*/ 0 w 12192000"/>
              <a:gd name="connsiteY52" fmla="*/ 744793 h 2270839"/>
              <a:gd name="connsiteX53" fmla="*/ 0 w 12192000"/>
              <a:gd name="connsiteY53" fmla="*/ 519830 h 2270839"/>
              <a:gd name="connsiteX54" fmla="*/ 0 w 12192000"/>
              <a:gd name="connsiteY54" fmla="*/ 471948 h 2270839"/>
              <a:gd name="connsiteX55" fmla="*/ 0 w 12192000"/>
              <a:gd name="connsiteY55" fmla="*/ 213719 h 2270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000" h="2270839">
                <a:moveTo>
                  <a:pt x="0" y="0"/>
                </a:moveTo>
                <a:lnTo>
                  <a:pt x="12192000" y="0"/>
                </a:lnTo>
                <a:lnTo>
                  <a:pt x="12192000" y="213719"/>
                </a:lnTo>
                <a:lnTo>
                  <a:pt x="12192000" y="471948"/>
                </a:lnTo>
                <a:lnTo>
                  <a:pt x="12192000" y="519830"/>
                </a:lnTo>
                <a:lnTo>
                  <a:pt x="12192000" y="744793"/>
                </a:lnTo>
                <a:lnTo>
                  <a:pt x="12192000" y="1754021"/>
                </a:lnTo>
                <a:lnTo>
                  <a:pt x="11957522" y="1797923"/>
                </a:lnTo>
                <a:lnTo>
                  <a:pt x="11679973" y="1847667"/>
                </a:lnTo>
                <a:lnTo>
                  <a:pt x="11401197" y="1896360"/>
                </a:lnTo>
                <a:lnTo>
                  <a:pt x="11121192" y="1938046"/>
                </a:lnTo>
                <a:lnTo>
                  <a:pt x="10842416" y="1980083"/>
                </a:lnTo>
                <a:lnTo>
                  <a:pt x="10562411" y="2019318"/>
                </a:lnTo>
                <a:lnTo>
                  <a:pt x="10286091" y="2052947"/>
                </a:lnTo>
                <a:lnTo>
                  <a:pt x="10006086" y="2084825"/>
                </a:lnTo>
                <a:lnTo>
                  <a:pt x="9727310" y="2113901"/>
                </a:lnTo>
                <a:lnTo>
                  <a:pt x="9453445" y="2139123"/>
                </a:lnTo>
                <a:lnTo>
                  <a:pt x="9175897" y="2164345"/>
                </a:lnTo>
                <a:lnTo>
                  <a:pt x="8902033" y="2185364"/>
                </a:lnTo>
                <a:lnTo>
                  <a:pt x="8628169" y="2201828"/>
                </a:lnTo>
                <a:lnTo>
                  <a:pt x="8355533" y="2218994"/>
                </a:lnTo>
                <a:lnTo>
                  <a:pt x="8085353" y="2233356"/>
                </a:lnTo>
                <a:lnTo>
                  <a:pt x="7817629" y="2243515"/>
                </a:lnTo>
                <a:lnTo>
                  <a:pt x="7549905" y="2252273"/>
                </a:lnTo>
                <a:lnTo>
                  <a:pt x="7284638" y="2260680"/>
                </a:lnTo>
                <a:lnTo>
                  <a:pt x="7023055" y="2264534"/>
                </a:lnTo>
                <a:lnTo>
                  <a:pt x="6761472" y="2268737"/>
                </a:lnTo>
                <a:lnTo>
                  <a:pt x="6503573" y="2270839"/>
                </a:lnTo>
                <a:lnTo>
                  <a:pt x="6248130" y="2268737"/>
                </a:lnTo>
                <a:lnTo>
                  <a:pt x="5995144" y="2268737"/>
                </a:lnTo>
                <a:lnTo>
                  <a:pt x="5744613" y="2264534"/>
                </a:lnTo>
                <a:lnTo>
                  <a:pt x="5498995" y="2258228"/>
                </a:lnTo>
                <a:lnTo>
                  <a:pt x="5255834" y="2252273"/>
                </a:lnTo>
                <a:lnTo>
                  <a:pt x="5017584" y="2245617"/>
                </a:lnTo>
                <a:lnTo>
                  <a:pt x="4780562" y="2235458"/>
                </a:lnTo>
                <a:lnTo>
                  <a:pt x="4547227" y="2224598"/>
                </a:lnTo>
                <a:lnTo>
                  <a:pt x="4318800" y="2214790"/>
                </a:lnTo>
                <a:lnTo>
                  <a:pt x="3873004" y="2187115"/>
                </a:lnTo>
                <a:lnTo>
                  <a:pt x="3445628" y="2157690"/>
                </a:lnTo>
                <a:lnTo>
                  <a:pt x="3035446" y="2126862"/>
                </a:lnTo>
                <a:lnTo>
                  <a:pt x="2647370" y="2092883"/>
                </a:lnTo>
                <a:lnTo>
                  <a:pt x="2276487" y="2057501"/>
                </a:lnTo>
                <a:lnTo>
                  <a:pt x="1932621" y="2019318"/>
                </a:lnTo>
                <a:lnTo>
                  <a:pt x="1609634" y="1981835"/>
                </a:lnTo>
                <a:lnTo>
                  <a:pt x="1312435" y="1944352"/>
                </a:lnTo>
                <a:lnTo>
                  <a:pt x="1039799" y="1908971"/>
                </a:lnTo>
                <a:lnTo>
                  <a:pt x="797865" y="1875341"/>
                </a:lnTo>
                <a:lnTo>
                  <a:pt x="579265" y="1843463"/>
                </a:lnTo>
                <a:lnTo>
                  <a:pt x="395052" y="1816840"/>
                </a:lnTo>
                <a:lnTo>
                  <a:pt x="240312" y="1791617"/>
                </a:lnTo>
                <a:lnTo>
                  <a:pt x="27853" y="1755536"/>
                </a:lnTo>
                <a:lnTo>
                  <a:pt x="0" y="1750823"/>
                </a:lnTo>
                <a:lnTo>
                  <a:pt x="0" y="744793"/>
                </a:lnTo>
                <a:lnTo>
                  <a:pt x="0" y="519830"/>
                </a:lnTo>
                <a:lnTo>
                  <a:pt x="0" y="471948"/>
                </a:lnTo>
                <a:lnTo>
                  <a:pt x="0" y="213719"/>
                </a:lnTo>
                <a:close/>
              </a:path>
            </a:pathLst>
          </a:custGeom>
          <a:solidFill>
            <a:schemeClr val="tx2"/>
          </a:solidFill>
          <a:ln w="444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0A39FDC-39F4-4CB7-873B-8D786EC02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00" b="63148"/>
          <a:stretch/>
        </p:blipFill>
        <p:spPr>
          <a:xfrm>
            <a:off x="4071257" y="1"/>
            <a:ext cx="8117568" cy="2270839"/>
          </a:xfrm>
          <a:custGeom>
            <a:avLst/>
            <a:gdLst>
              <a:gd name="connsiteX0" fmla="*/ 0 w 8117568"/>
              <a:gd name="connsiteY0" fmla="*/ 0 h 2270839"/>
              <a:gd name="connsiteX1" fmla="*/ 8117568 w 8117568"/>
              <a:gd name="connsiteY1" fmla="*/ 0 h 2270839"/>
              <a:gd name="connsiteX2" fmla="*/ 8117568 w 8117568"/>
              <a:gd name="connsiteY2" fmla="*/ 1754616 h 2270839"/>
              <a:gd name="connsiteX3" fmla="*/ 7886265 w 8117568"/>
              <a:gd name="connsiteY3" fmla="*/ 1797923 h 2270839"/>
              <a:gd name="connsiteX4" fmla="*/ 7608716 w 8117568"/>
              <a:gd name="connsiteY4" fmla="*/ 1847667 h 2270839"/>
              <a:gd name="connsiteX5" fmla="*/ 7329940 w 8117568"/>
              <a:gd name="connsiteY5" fmla="*/ 1896360 h 2270839"/>
              <a:gd name="connsiteX6" fmla="*/ 7049935 w 8117568"/>
              <a:gd name="connsiteY6" fmla="*/ 1938046 h 2270839"/>
              <a:gd name="connsiteX7" fmla="*/ 6771159 w 8117568"/>
              <a:gd name="connsiteY7" fmla="*/ 1980083 h 2270839"/>
              <a:gd name="connsiteX8" fmla="*/ 6491154 w 8117568"/>
              <a:gd name="connsiteY8" fmla="*/ 2019318 h 2270839"/>
              <a:gd name="connsiteX9" fmla="*/ 6214834 w 8117568"/>
              <a:gd name="connsiteY9" fmla="*/ 2052947 h 2270839"/>
              <a:gd name="connsiteX10" fmla="*/ 5934829 w 8117568"/>
              <a:gd name="connsiteY10" fmla="*/ 2084825 h 2270839"/>
              <a:gd name="connsiteX11" fmla="*/ 5656053 w 8117568"/>
              <a:gd name="connsiteY11" fmla="*/ 2113901 h 2270839"/>
              <a:gd name="connsiteX12" fmla="*/ 5382188 w 8117568"/>
              <a:gd name="connsiteY12" fmla="*/ 2139123 h 2270839"/>
              <a:gd name="connsiteX13" fmla="*/ 5104640 w 8117568"/>
              <a:gd name="connsiteY13" fmla="*/ 2164345 h 2270839"/>
              <a:gd name="connsiteX14" fmla="*/ 4830776 w 8117568"/>
              <a:gd name="connsiteY14" fmla="*/ 2185364 h 2270839"/>
              <a:gd name="connsiteX15" fmla="*/ 4556912 w 8117568"/>
              <a:gd name="connsiteY15" fmla="*/ 2201828 h 2270839"/>
              <a:gd name="connsiteX16" fmla="*/ 4284276 w 8117568"/>
              <a:gd name="connsiteY16" fmla="*/ 2218994 h 2270839"/>
              <a:gd name="connsiteX17" fmla="*/ 4014096 w 8117568"/>
              <a:gd name="connsiteY17" fmla="*/ 2233356 h 2270839"/>
              <a:gd name="connsiteX18" fmla="*/ 3746372 w 8117568"/>
              <a:gd name="connsiteY18" fmla="*/ 2243515 h 2270839"/>
              <a:gd name="connsiteX19" fmla="*/ 3478648 w 8117568"/>
              <a:gd name="connsiteY19" fmla="*/ 2252273 h 2270839"/>
              <a:gd name="connsiteX20" fmla="*/ 3213381 w 8117568"/>
              <a:gd name="connsiteY20" fmla="*/ 2260680 h 2270839"/>
              <a:gd name="connsiteX21" fmla="*/ 2951798 w 8117568"/>
              <a:gd name="connsiteY21" fmla="*/ 2264534 h 2270839"/>
              <a:gd name="connsiteX22" fmla="*/ 2690215 w 8117568"/>
              <a:gd name="connsiteY22" fmla="*/ 2268737 h 2270839"/>
              <a:gd name="connsiteX23" fmla="*/ 2432316 w 8117568"/>
              <a:gd name="connsiteY23" fmla="*/ 2270839 h 2270839"/>
              <a:gd name="connsiteX24" fmla="*/ 2176873 w 8117568"/>
              <a:gd name="connsiteY24" fmla="*/ 2268737 h 2270839"/>
              <a:gd name="connsiteX25" fmla="*/ 1923887 w 8117568"/>
              <a:gd name="connsiteY25" fmla="*/ 2268737 h 2270839"/>
              <a:gd name="connsiteX26" fmla="*/ 1673356 w 8117568"/>
              <a:gd name="connsiteY26" fmla="*/ 2264534 h 2270839"/>
              <a:gd name="connsiteX27" fmla="*/ 1427738 w 8117568"/>
              <a:gd name="connsiteY27" fmla="*/ 2258228 h 2270839"/>
              <a:gd name="connsiteX28" fmla="*/ 1184577 w 8117568"/>
              <a:gd name="connsiteY28" fmla="*/ 2252273 h 2270839"/>
              <a:gd name="connsiteX29" fmla="*/ 946327 w 8117568"/>
              <a:gd name="connsiteY29" fmla="*/ 2245617 h 2270839"/>
              <a:gd name="connsiteX30" fmla="*/ 709305 w 8117568"/>
              <a:gd name="connsiteY30" fmla="*/ 2235458 h 2270839"/>
              <a:gd name="connsiteX31" fmla="*/ 475970 w 8117568"/>
              <a:gd name="connsiteY31" fmla="*/ 2224598 h 2270839"/>
              <a:gd name="connsiteX32" fmla="*/ 247543 w 8117568"/>
              <a:gd name="connsiteY32" fmla="*/ 2214790 h 2270839"/>
              <a:gd name="connsiteX33" fmla="*/ 0 w 8117568"/>
              <a:gd name="connsiteY33" fmla="*/ 2199423 h 2270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8117568" h="2270839">
                <a:moveTo>
                  <a:pt x="0" y="0"/>
                </a:moveTo>
                <a:lnTo>
                  <a:pt x="8117568" y="0"/>
                </a:lnTo>
                <a:lnTo>
                  <a:pt x="8117568" y="1754616"/>
                </a:lnTo>
                <a:lnTo>
                  <a:pt x="7886265" y="1797923"/>
                </a:lnTo>
                <a:lnTo>
                  <a:pt x="7608716" y="1847667"/>
                </a:lnTo>
                <a:lnTo>
                  <a:pt x="7329940" y="1896360"/>
                </a:lnTo>
                <a:lnTo>
                  <a:pt x="7049935" y="1938046"/>
                </a:lnTo>
                <a:lnTo>
                  <a:pt x="6771159" y="1980083"/>
                </a:lnTo>
                <a:lnTo>
                  <a:pt x="6491154" y="2019318"/>
                </a:lnTo>
                <a:lnTo>
                  <a:pt x="6214834" y="2052947"/>
                </a:lnTo>
                <a:lnTo>
                  <a:pt x="5934829" y="2084825"/>
                </a:lnTo>
                <a:lnTo>
                  <a:pt x="5656053" y="2113901"/>
                </a:lnTo>
                <a:lnTo>
                  <a:pt x="5382188" y="2139123"/>
                </a:lnTo>
                <a:lnTo>
                  <a:pt x="5104640" y="2164345"/>
                </a:lnTo>
                <a:lnTo>
                  <a:pt x="4830776" y="2185364"/>
                </a:lnTo>
                <a:lnTo>
                  <a:pt x="4556912" y="2201828"/>
                </a:lnTo>
                <a:lnTo>
                  <a:pt x="4284276" y="2218994"/>
                </a:lnTo>
                <a:lnTo>
                  <a:pt x="4014096" y="2233356"/>
                </a:lnTo>
                <a:lnTo>
                  <a:pt x="3746372" y="2243515"/>
                </a:lnTo>
                <a:lnTo>
                  <a:pt x="3478648" y="2252273"/>
                </a:lnTo>
                <a:lnTo>
                  <a:pt x="3213381" y="2260680"/>
                </a:lnTo>
                <a:lnTo>
                  <a:pt x="2951798" y="2264534"/>
                </a:lnTo>
                <a:lnTo>
                  <a:pt x="2690215" y="2268737"/>
                </a:lnTo>
                <a:lnTo>
                  <a:pt x="2432316" y="2270839"/>
                </a:lnTo>
                <a:lnTo>
                  <a:pt x="2176873" y="2268737"/>
                </a:lnTo>
                <a:lnTo>
                  <a:pt x="1923887" y="2268737"/>
                </a:lnTo>
                <a:lnTo>
                  <a:pt x="1673356" y="2264534"/>
                </a:lnTo>
                <a:lnTo>
                  <a:pt x="1427738" y="2258228"/>
                </a:lnTo>
                <a:lnTo>
                  <a:pt x="1184577" y="2252273"/>
                </a:lnTo>
                <a:lnTo>
                  <a:pt x="946327" y="2245617"/>
                </a:lnTo>
                <a:lnTo>
                  <a:pt x="709305" y="2235458"/>
                </a:lnTo>
                <a:lnTo>
                  <a:pt x="475970" y="2224598"/>
                </a:lnTo>
                <a:lnTo>
                  <a:pt x="247543" y="2214790"/>
                </a:lnTo>
                <a:lnTo>
                  <a:pt x="0" y="2199423"/>
                </a:lnTo>
                <a:close/>
              </a:path>
            </a:pathLst>
          </a:cu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64CF8A9-3039-2340-B3B7-807178EFF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0288" y="609600"/>
            <a:ext cx="10131425" cy="1110343"/>
          </a:xfrm>
        </p:spPr>
        <p:txBody>
          <a:bodyPr>
            <a:normAutofit/>
          </a:bodyPr>
          <a:lstStyle/>
          <a:p>
            <a:pPr algn="ctr"/>
            <a:r>
              <a:rPr lang="es-ES" dirty="0">
                <a:solidFill>
                  <a:schemeClr val="bg1"/>
                </a:solidFill>
              </a:rPr>
              <a:t>CREACIÓN DE LA API: SERVICIO LISTENER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78E1075-6931-A035-F36E-ECB4C4D5E2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288" y="2784604"/>
            <a:ext cx="10637064" cy="1288791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6AF7EEC-CC00-6A53-DD84-C1C1883FD8A7}"/>
              </a:ext>
            </a:extLst>
          </p:cNvPr>
          <p:cNvSpPr txBox="1"/>
          <p:nvPr/>
        </p:nvSpPr>
        <p:spPr>
          <a:xfrm>
            <a:off x="1030288" y="4911699"/>
            <a:ext cx="99350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/>
              <a:t>Para lanzar la API, ejecutaremos el script con el nombre que le hayamos dado desde terminal, con node.</a:t>
            </a:r>
          </a:p>
        </p:txBody>
      </p:sp>
    </p:spTree>
    <p:extLst>
      <p:ext uri="{BB962C8B-B14F-4D97-AF65-F5344CB8AC3E}">
        <p14:creationId xmlns:p14="http://schemas.microsoft.com/office/powerpoint/2010/main" val="21277063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18325</TotalTime>
  <Words>619</Words>
  <Application>Microsoft Macintosh PowerPoint</Application>
  <PresentationFormat>Panorámica</PresentationFormat>
  <Paragraphs>46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Söhne</vt:lpstr>
      <vt:lpstr>Arial</vt:lpstr>
      <vt:lpstr>Calibri</vt:lpstr>
      <vt:lpstr>Calibri Light</vt:lpstr>
      <vt:lpstr>Celestial</vt:lpstr>
      <vt:lpstr>M6 – M12 desarrollo de una API con express</vt:lpstr>
      <vt:lpstr>¿Qué es EXPRESS?</vt:lpstr>
      <vt:lpstr>¿Qué es Node.js?</vt:lpstr>
      <vt:lpstr>¿Qué es NPM?</vt:lpstr>
      <vt:lpstr>INSTALACIONES PREVIAS</vt:lpstr>
      <vt:lpstr>CREACIÓN DE LA API: CONFIGURACIÓN</vt:lpstr>
      <vt:lpstr>CREACIÓN DE LA API: SERVICIO GET</vt:lpstr>
      <vt:lpstr>CREACIÓN DE LA API: SERVICIO GETBYID</vt:lpstr>
      <vt:lpstr>CREACIÓN DE LA API: SERVICIO POST</vt:lpstr>
      <vt:lpstr>CREACIÓN DE LA API: SERVICIO PUT</vt:lpstr>
      <vt:lpstr>CREACIÓN DE LA API: SERVICIO delete</vt:lpstr>
      <vt:lpstr>CREACIÓN DE LA API: SERVICIO LISTENER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 del PowerPoint</dc:title>
  <dc:creator/>
  <cp:lastModifiedBy>Javier Salvador Marco</cp:lastModifiedBy>
  <cp:revision>316</cp:revision>
  <dcterms:created xsi:type="dcterms:W3CDTF">2021-07-27T17:32:42Z</dcterms:created>
  <dcterms:modified xsi:type="dcterms:W3CDTF">2023-11-27T17:34:40Z</dcterms:modified>
</cp:coreProperties>
</file>